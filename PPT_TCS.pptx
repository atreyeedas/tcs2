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2.svg" ContentType="image/svg"/>
  <Override PartName="/ppt/media/image8.svg" ContentType="image/svg"/>
  <Override PartName="/ppt/media/image13.png" ContentType="image/png"/>
  <Override PartName="/ppt/media/image10.svg" ContentType="image/svg"/>
  <Override PartName="/ppt/media/image17.png" ContentType="image/png"/>
  <Override PartName="/ppt/media/image14.svg" ContentType="image/svg"/>
  <Override PartName="/ppt/media/image16.svg" ContentType="image/svg"/>
  <Override PartName="/ppt/media/image15.png" ContentType="image/png"/>
  <Override PartName="/ppt/media/image1.png" ContentType="image/png"/>
  <Override PartName="/ppt/media/image9.png" ContentType="image/png"/>
  <Override PartName="/ppt/media/image18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11.png" ContentType="image/png"/>
  <Override PartName="/ppt/media/image6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2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3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E30475-E091-4ED3-81D0-525E8F4B9D7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000000"/>
                </a:solidFill>
                <a:latin typeface="Arial"/>
              </a:rPr>
              <a:t>Changing an icon: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Select the new icon from the icon set 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available at the end of this presentation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Copy and paste it wherever needed directly 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(no need to save) 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To change the outline color of the icon, 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US" sz="600" spc="-1" strike="noStrike">
                <a:solidFill>
                  <a:srgbClr val="000000"/>
                </a:solidFill>
                <a:latin typeface="Arial"/>
              </a:rPr>
              <a:t>select the icon and select “Outline - Black/White/Blue".</a:t>
            </a:r>
            <a:r>
              <a:rPr b="0" lang="en-US" sz="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ptos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E532A2-DD13-455E-A3C1-9599E2C8B496}" type="slidenum">
              <a:rPr b="0" lang="en-US" sz="1200" spc="-1" strike="noStrike">
                <a:solidFill>
                  <a:srgbClr val="000000"/>
                </a:solidFill>
                <a:latin typeface="Aptos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chemeClr val="lt1"/>
                </a:solidFill>
                <a:latin typeface="Arial"/>
              </a:rPr>
              <a:t>Changing image: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Arial"/>
              </a:rPr>
              <a:t>Select image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Arial"/>
              </a:rPr>
              <a:t>Right click, select “Change picture”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Arial"/>
              </a:rPr>
              <a:t>Select “This device” or any other source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Arial"/>
              </a:rPr>
              <a:t>Select the image for replacement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marL="88920" indent="-8892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600" spc="-1" strike="noStrike">
                <a:solidFill>
                  <a:schemeClr val="lt1"/>
                </a:solidFill>
                <a:latin typeface="Arial"/>
              </a:rPr>
              <a:t>Right click and select “send to back” option</a:t>
            </a:r>
            <a:endParaRPr b="0" lang="en-US" sz="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AD2E80-6AFB-4E72-A4BC-D7E1C906D39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1A2D27-00FB-4ED9-8176-91F770018A3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B9A236-8388-446D-96F5-7781399A40F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591222C-A042-444F-B32D-7D5FCBD38E1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A00183-E289-4917-80AF-1D2C597A3FA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07BC30-4D01-40C3-86D3-AE888A38815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E778AD9-A3A6-480A-89D4-B68A87CC787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37FA05D-A647-4870-9E8D-188AE1AA9DE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4901DBF-E54A-4159-B127-BBC406562C7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DE8F085-C0D3-4314-99ED-E7FC1730A30B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4AE9765B-70E7-4046-AD37-CE74B24D72F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tile Slide_Black with full wav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 with Medium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White with Medium w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1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2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4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5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6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7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8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10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11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2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3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7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8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1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2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5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6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7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0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1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34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35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6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7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8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9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0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1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42" name="PlaceHolder 1"/>
          <p:cNvSpPr>
            <a:spLocks noGrp="1"/>
          </p:cNvSpPr>
          <p:nvPr>
            <p:ph type="ftr" idx="1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1" lang="en-US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DF721A96-E57C-48BB-86F8-E4E34B9E5494}" type="slidenum">
              <a:rPr b="1" lang="en-US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46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48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49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50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51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52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54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55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6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9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0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3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4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7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8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1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2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5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6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78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79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0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1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2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3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4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5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86" name="PlaceHolder 1"/>
          <p:cNvSpPr>
            <a:spLocks noGrp="1"/>
          </p:cNvSpPr>
          <p:nvPr>
            <p:ph type="ftr" idx="3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4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1" lang="en-US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BAA6B1DB-2938-44A7-AD16-6FD536BC1742}" type="slidenum">
              <a:rPr b="1" lang="en-US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89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90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92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93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94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95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96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98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99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2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3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4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5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6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7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8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9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0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1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2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3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4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5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6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7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8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19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20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21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122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123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24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25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26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27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28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29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130" name="PlaceHolder 1"/>
          <p:cNvSpPr>
            <a:spLocks noGrp="1"/>
          </p:cNvSpPr>
          <p:nvPr>
            <p:ph type="ftr" idx="5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Num" idx="6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1" lang="en-IN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7AB7502-91F9-49E3-91C7-0C47123B6F80}" type="slidenum">
              <a:rPr b="1" lang="en-IN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133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134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35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136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137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138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139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140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1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142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143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4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5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6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7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8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49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0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1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2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3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4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5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6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7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8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59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0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1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2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3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4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65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166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167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68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69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70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71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72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73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175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176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7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178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179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180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181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182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83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184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185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86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87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88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89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0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1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2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3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4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5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6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7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8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99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0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1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2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3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4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5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6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07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208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209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10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11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12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13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14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15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216" name="PlaceHolder 1"/>
          <p:cNvSpPr>
            <a:spLocks noGrp="1"/>
          </p:cNvSpPr>
          <p:nvPr>
            <p:ph type="ftr" idx="7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ldNum" idx="8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1" lang="en-US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E75BC45A-24B6-42BC-884B-D5E79D76A319}" type="slidenum">
              <a:rPr b="1" lang="en-US" sz="800" spc="-1" strike="noStrike">
                <a:solidFill>
                  <a:schemeClr val="lt1">
                    <a:lumMod val="50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221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222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3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224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225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226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227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228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29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230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231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2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3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4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5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6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7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8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39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0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1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2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3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4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5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6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7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8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49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50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51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52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53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254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255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56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57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58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59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60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261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262" name="PlaceHolder 1"/>
          <p:cNvSpPr>
            <a:spLocks noGrp="1"/>
          </p:cNvSpPr>
          <p:nvPr>
            <p:ph type="ftr" idx="9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lt1">
                    <a:lumMod val="8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>
                    <a:lumMod val="8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ldNum" idx="10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1" lang="en-US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32959877-DF62-426E-823B-54D1414DD730}" type="slidenum">
              <a:rPr b="1" lang="en-US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265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266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67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268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269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270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271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272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73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274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275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76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77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78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79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0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1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2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3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4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5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6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7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8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89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0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1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2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3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4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5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6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297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298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299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00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01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02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03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04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05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306" name="PlaceHolder 1"/>
          <p:cNvSpPr>
            <a:spLocks noGrp="1"/>
          </p:cNvSpPr>
          <p:nvPr>
            <p:ph type="ftr" idx="11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lt1">
                    <a:lumMod val="8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>
                    <a:lumMod val="8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ldNum" idx="12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1" lang="en-US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fld id="{C9F33545-831D-4CD4-A152-BD0C68BD5E97}" type="slidenum">
              <a:rPr b="1" lang="en-US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309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310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1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312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313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314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315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316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17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318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319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0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1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2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3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4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5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6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7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8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29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0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1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2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3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4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5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6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7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8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39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40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41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342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343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44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45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46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47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48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49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350" name="PlaceHolder 1"/>
          <p:cNvSpPr>
            <a:spLocks noGrp="1"/>
          </p:cNvSpPr>
          <p:nvPr>
            <p:ph type="ftr" idx="13"/>
          </p:nvPr>
        </p:nvSpPr>
        <p:spPr>
          <a:xfrm>
            <a:off x="4570560" y="492372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lt1">
                    <a:lumMod val="8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lt1">
                    <a:lumMod val="85000"/>
                  </a:schemeClr>
                </a:solidFill>
                <a:latin typeface="Calibri"/>
              </a:rPr>
              <a:t>&lt;footer&gt;</a:t>
            </a:r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sldNum" idx="14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1" lang="en-IN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3F06D64E-E7C2-4F90-B79E-C6F615170AAC}" type="slidenum">
              <a:rPr b="1" lang="en-IN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353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354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5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356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357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358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359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360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1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362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363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4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5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6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7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8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69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0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1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2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3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4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5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6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7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8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79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80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81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82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83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84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385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386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387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88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89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90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91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92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393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394" name="Rectangle 4"/>
          <p:cNvSpPr/>
          <p:nvPr/>
        </p:nvSpPr>
        <p:spPr>
          <a:xfrm>
            <a:off x="71280" y="4552920"/>
            <a:ext cx="9011160" cy="589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sldNum" idx="15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1" lang="en-IN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73826B85-C999-45A4-927F-465879D0209D}" type="slidenum">
              <a:rPr b="1" lang="en-IN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397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398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9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400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401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402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403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404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05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406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407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08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09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0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1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2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3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4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5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6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7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8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19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0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1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2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3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4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5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6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7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8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29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430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431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32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33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34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35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36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37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438" name="Rectangle 4"/>
          <p:cNvSpPr/>
          <p:nvPr/>
        </p:nvSpPr>
        <p:spPr>
          <a:xfrm>
            <a:off x="71280" y="4552920"/>
            <a:ext cx="9011160" cy="589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439" name="Group 1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440" name="Group 2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441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442" name="Freeform: Shape 38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43" name="Freeform: Shape 39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444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445" name="Freeform: Shape 15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46" name="Freeform: Shape 16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47" name="Freeform: Shape 17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48" name="Freeform: Shape 18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49" name="Freeform: Shape 19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0" name="Freeform: Shape 20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1" name="Freeform: Shape 21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2" name="Freeform: Shape 22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3" name="Freeform: Shape 23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4" name="Freeform: Shape 24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5" name="Freeform: Shape 25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6" name="Freeform: Shape 26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7" name="Freeform: Shape 27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8" name="Freeform: Shape 28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59" name="Freeform: Shape 29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0" name="Freeform: Shape 30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1" name="Freeform: Shape 31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2" name="Freeform: Shape 32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3" name="Freeform: Shape 33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4" name="Freeform: Shape 34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5" name="Freeform: Shape 35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6" name="Freeform: Shape 36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67" name="Freeform: Shape 37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468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469" name="Freeform: Shape 6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70" name="Freeform: Shape 7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71" name="Freeform: Shape 8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72" name="Freeform: Shape 9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73" name="Freeform: Shape 10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74" name="Freeform: Shape 11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475" name="Freeform: Shape 12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pic>
        <p:nvPicPr>
          <p:cNvPr id="476" name="Graphic 4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477" name="PlaceHolder 1"/>
          <p:cNvSpPr>
            <a:spLocks noGrp="1"/>
          </p:cNvSpPr>
          <p:nvPr>
            <p:ph type="sldNum" idx="16"/>
          </p:nvPr>
        </p:nvSpPr>
        <p:spPr>
          <a:xfrm>
            <a:off x="4312440" y="4923720"/>
            <a:ext cx="2998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1" lang="en-IN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FDAF7CB2-47A7-4C72-B944-F98BF14FFA9F}" type="slidenum">
              <a:rPr b="1" lang="en-IN" sz="800" spc="-1" strike="noStrike">
                <a:solidFill>
                  <a:schemeClr val="lt1">
                    <a:lumMod val="6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100000">
              <a:srgbClr val="000000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6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479" name="Straight Connector 44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480" name="TextBox 45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9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81" name="Rectangle 46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482" name="Straight Connector 9"/>
          <p:cNvCxnSpPr/>
          <p:nvPr/>
        </p:nvCxnSpPr>
        <p:spPr>
          <a:xfrm>
            <a:off x="4578120" y="4923360"/>
            <a:ext cx="720" cy="127800"/>
          </a:xfrm>
          <a:prstGeom prst="straightConnector1">
            <a:avLst/>
          </a:prstGeom>
          <a:ln w="0">
            <a:solidFill>
              <a:srgbClr val="808285"/>
            </a:solidFill>
          </a:ln>
        </p:spPr>
      </p:cxnSp>
      <p:grpSp>
        <p:nvGrpSpPr>
          <p:cNvPr id="483" name="Group 84"/>
          <p:cNvGrpSpPr/>
          <p:nvPr/>
        </p:nvGrpSpPr>
        <p:grpSpPr>
          <a:xfrm>
            <a:off x="274680" y="4648320"/>
            <a:ext cx="8570160" cy="389880"/>
            <a:chOff x="274680" y="4648320"/>
            <a:chExt cx="8570160" cy="389880"/>
          </a:xfrm>
        </p:grpSpPr>
        <p:grpSp>
          <p:nvGrpSpPr>
            <p:cNvPr id="484" name="Group 7"/>
            <p:cNvGrpSpPr/>
            <p:nvPr/>
          </p:nvGrpSpPr>
          <p:grpSpPr>
            <a:xfrm>
              <a:off x="274680" y="4736160"/>
              <a:ext cx="1266120" cy="302040"/>
              <a:chOff x="274680" y="4736160"/>
              <a:chExt cx="1266120" cy="302040"/>
            </a:xfrm>
          </p:grpSpPr>
          <p:grpSp>
            <p:nvGrpSpPr>
              <p:cNvPr id="485" name="Graphic 8"/>
              <p:cNvGrpSpPr/>
              <p:nvPr/>
            </p:nvGrpSpPr>
            <p:grpSpPr>
              <a:xfrm>
                <a:off x="274680" y="4736520"/>
                <a:ext cx="484200" cy="301680"/>
                <a:chOff x="274680" y="4736520"/>
                <a:chExt cx="484200" cy="301680"/>
              </a:xfrm>
            </p:grpSpPr>
            <p:sp>
              <p:nvSpPr>
                <p:cNvPr id="486" name="Freeform: Shape 42"/>
                <p:cNvSpPr/>
                <p:nvPr/>
              </p:nvSpPr>
              <p:spPr>
                <a:xfrm>
                  <a:off x="27468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87" name="Freeform: Shape 43"/>
                <p:cNvSpPr/>
                <p:nvPr/>
              </p:nvSpPr>
              <p:spPr>
                <a:xfrm>
                  <a:off x="62676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488" name="Graphic 8"/>
              <p:cNvGrpSpPr/>
              <p:nvPr/>
            </p:nvGrpSpPr>
            <p:grpSpPr>
              <a:xfrm>
                <a:off x="823320" y="4736160"/>
                <a:ext cx="717480" cy="300600"/>
                <a:chOff x="823320" y="4736160"/>
                <a:chExt cx="717480" cy="300600"/>
              </a:xfrm>
            </p:grpSpPr>
            <p:sp>
              <p:nvSpPr>
                <p:cNvPr id="489" name="Freeform: Shape 19"/>
                <p:cNvSpPr/>
                <p:nvPr/>
              </p:nvSpPr>
              <p:spPr>
                <a:xfrm>
                  <a:off x="82332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0" name="Freeform: Shape 20"/>
                <p:cNvSpPr/>
                <p:nvPr/>
              </p:nvSpPr>
              <p:spPr>
                <a:xfrm>
                  <a:off x="88884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1" name="Freeform: Shape 21"/>
                <p:cNvSpPr/>
                <p:nvPr/>
              </p:nvSpPr>
              <p:spPr>
                <a:xfrm>
                  <a:off x="97164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2" name="Freeform: Shape 22"/>
                <p:cNvSpPr/>
                <p:nvPr/>
              </p:nvSpPr>
              <p:spPr>
                <a:xfrm>
                  <a:off x="10371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3" name="Freeform: Shape 23"/>
                <p:cNvSpPr/>
                <p:nvPr/>
              </p:nvSpPr>
              <p:spPr>
                <a:xfrm>
                  <a:off x="1343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4" name="Freeform: Shape 24"/>
                <p:cNvSpPr/>
                <p:nvPr/>
              </p:nvSpPr>
              <p:spPr>
                <a:xfrm>
                  <a:off x="126684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5" name="Freeform: Shape 25"/>
                <p:cNvSpPr/>
                <p:nvPr/>
              </p:nvSpPr>
              <p:spPr>
                <a:xfrm>
                  <a:off x="104148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6" name="Freeform: Shape 26"/>
                <p:cNvSpPr/>
                <p:nvPr/>
              </p:nvSpPr>
              <p:spPr>
                <a:xfrm>
                  <a:off x="8233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7" name="Freeform: Shape 27"/>
                <p:cNvSpPr/>
                <p:nvPr/>
              </p:nvSpPr>
              <p:spPr>
                <a:xfrm>
                  <a:off x="121464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8" name="Freeform: Shape 28"/>
                <p:cNvSpPr/>
                <p:nvPr/>
              </p:nvSpPr>
              <p:spPr>
                <a:xfrm>
                  <a:off x="147888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499" name="Freeform: Shape 29"/>
                <p:cNvSpPr/>
                <p:nvPr/>
              </p:nvSpPr>
              <p:spPr>
                <a:xfrm>
                  <a:off x="88596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0" name="Freeform: Shape 30"/>
                <p:cNvSpPr/>
                <p:nvPr/>
              </p:nvSpPr>
              <p:spPr>
                <a:xfrm>
                  <a:off x="141552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1" name="Freeform: Shape 31"/>
                <p:cNvSpPr/>
                <p:nvPr/>
              </p:nvSpPr>
              <p:spPr>
                <a:xfrm>
                  <a:off x="117756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2" name="Freeform: Shape 32"/>
                <p:cNvSpPr/>
                <p:nvPr/>
              </p:nvSpPr>
              <p:spPr>
                <a:xfrm>
                  <a:off x="110268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3" name="Freeform: Shape 33"/>
                <p:cNvSpPr/>
                <p:nvPr/>
              </p:nvSpPr>
              <p:spPr>
                <a:xfrm>
                  <a:off x="96876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4" name="Freeform: Shape 34"/>
                <p:cNvSpPr/>
                <p:nvPr/>
              </p:nvSpPr>
              <p:spPr>
                <a:xfrm>
                  <a:off x="107424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5" name="Freeform: Shape 35"/>
                <p:cNvSpPr/>
                <p:nvPr/>
              </p:nvSpPr>
              <p:spPr>
                <a:xfrm>
                  <a:off x="94248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6" name="Freeform: Shape 36"/>
                <p:cNvSpPr/>
                <p:nvPr/>
              </p:nvSpPr>
              <p:spPr>
                <a:xfrm>
                  <a:off x="99972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7" name="Freeform: Shape 37"/>
                <p:cNvSpPr/>
                <p:nvPr/>
              </p:nvSpPr>
              <p:spPr>
                <a:xfrm>
                  <a:off x="1169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8" name="Freeform: Shape 38"/>
                <p:cNvSpPr/>
                <p:nvPr/>
              </p:nvSpPr>
              <p:spPr>
                <a:xfrm>
                  <a:off x="109980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09" name="Freeform: Shape 39"/>
                <p:cNvSpPr/>
                <p:nvPr/>
              </p:nvSpPr>
              <p:spPr>
                <a:xfrm>
                  <a:off x="82332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10" name="Freeform: Shape 40"/>
                <p:cNvSpPr/>
                <p:nvPr/>
              </p:nvSpPr>
              <p:spPr>
                <a:xfrm>
                  <a:off x="88488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11" name="Freeform: Shape 41"/>
                <p:cNvSpPr/>
                <p:nvPr/>
              </p:nvSpPr>
              <p:spPr>
                <a:xfrm>
                  <a:off x="122400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512" name="Graphic 8"/>
            <p:cNvGrpSpPr/>
            <p:nvPr/>
          </p:nvGrpSpPr>
          <p:grpSpPr>
            <a:xfrm>
              <a:off x="8409600" y="4648320"/>
              <a:ext cx="435240" cy="387000"/>
              <a:chOff x="8409600" y="4648320"/>
              <a:chExt cx="435240" cy="387000"/>
            </a:xfrm>
          </p:grpSpPr>
          <p:sp>
            <p:nvSpPr>
              <p:cNvPr id="513" name="Freeform: Shape 10"/>
              <p:cNvSpPr/>
              <p:nvPr/>
            </p:nvSpPr>
            <p:spPr>
              <a:xfrm>
                <a:off x="840960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14" name="Freeform: Shape 11"/>
              <p:cNvSpPr/>
              <p:nvPr/>
            </p:nvSpPr>
            <p:spPr>
              <a:xfrm>
                <a:off x="850356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15" name="Freeform: Shape 12"/>
              <p:cNvSpPr/>
              <p:nvPr/>
            </p:nvSpPr>
            <p:spPr>
              <a:xfrm>
                <a:off x="8622360" y="492552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16" name="Freeform: Shape 13"/>
              <p:cNvSpPr/>
              <p:nvPr/>
            </p:nvSpPr>
            <p:spPr>
              <a:xfrm>
                <a:off x="8716680" y="492552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17" name="Freeform: Shape 14"/>
              <p:cNvSpPr/>
              <p:nvPr/>
            </p:nvSpPr>
            <p:spPr>
              <a:xfrm>
                <a:off x="8473320" y="464832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18" name="Freeform: Shape 15"/>
              <p:cNvSpPr/>
              <p:nvPr/>
            </p:nvSpPr>
            <p:spPr>
              <a:xfrm>
                <a:off x="86569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19" name="Freeform: Shape 16"/>
              <p:cNvSpPr/>
              <p:nvPr/>
            </p:nvSpPr>
            <p:spPr>
              <a:xfrm>
                <a:off x="8464320" y="472644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520" name="Rectangle 4"/>
          <p:cNvSpPr/>
          <p:nvPr/>
        </p:nvSpPr>
        <p:spPr>
          <a:xfrm>
            <a:off x="71280" y="4552920"/>
            <a:ext cx="9011160" cy="589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521" name="Rectangle 40"/>
          <p:cNvSpPr/>
          <p:nvPr/>
        </p:nvSpPr>
        <p:spPr>
          <a:xfrm>
            <a:off x="0" y="-11520"/>
            <a:ext cx="9143280" cy="5165640"/>
          </a:xfrm>
          <a:prstGeom prst="rect">
            <a:avLst/>
          </a:prstGeom>
          <a:gradFill rotWithShape="0">
            <a:gsLst>
              <a:gs pos="0">
                <a:srgbClr val="4e84c4"/>
              </a:gs>
              <a:gs pos="95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522" name="Group 1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523" name="Group 2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524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525" name="Freeform: Shape 38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26" name="Freeform: Shape 39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527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528" name="Freeform: Shape 15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29" name="Freeform: Shape 16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0" name="Freeform: Shape 17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1" name="Freeform: Shape 18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2" name="Freeform: Shape 19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3" name="Freeform: Shape 20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4" name="Freeform: Shape 21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5" name="Freeform: Shape 22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6" name="Freeform: Shape 23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7" name="Freeform: Shape 24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8" name="Freeform: Shape 25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39" name="Freeform: Shape 26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0" name="Freeform: Shape 27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1" name="Freeform: Shape 28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2" name="Freeform: Shape 29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3" name="Freeform: Shape 30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4" name="Freeform: Shape 31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5" name="Freeform: Shape 32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6" name="Freeform: Shape 33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7" name="Freeform: Shape 34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8" name="Freeform: Shape 35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49" name="Freeform: Shape 36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50" name="Freeform: Shape 37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551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552" name="Freeform: Shape 6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53" name="Freeform: Shape 7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54" name="Freeform: Shape 8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55" name="Freeform: Shape 9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56" name="Freeform: Shape 10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57" name="Freeform: Shape 11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58" name="Freeform: Shape 12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pic>
        <p:nvPicPr>
          <p:cNvPr id="559" name="Graphic 4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raphic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561" name="Rectangle 7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562" name="Straight Connector 9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w="0">
            <a:solidFill>
              <a:srgbClr val="e41165"/>
            </a:solidFill>
          </a:ln>
        </p:spPr>
      </p:cxnSp>
      <p:sp>
        <p:nvSpPr>
          <p:cNvPr id="563" name="TextBox 10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64" name="Rectangle 11"/>
          <p:cNvSpPr/>
          <p:nvPr/>
        </p:nvSpPr>
        <p:spPr>
          <a:xfrm>
            <a:off x="37440" y="63720"/>
            <a:ext cx="214560" cy="394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565" name="Group 8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566" name="Group 12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567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568" name="Freeform: Shape 46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69" name="Freeform: Shape 47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570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571" name="Freeform: Shape 23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2" name="Freeform: Shape 24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3" name="Freeform: Shape 25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4" name="Freeform: Shape 26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5" name="Freeform: Shape 27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6" name="Freeform: Shape 28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7" name="Freeform: Shape 29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8" name="Freeform: Shape 30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79" name="Freeform: Shape 31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0" name="Freeform: Shape 32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1" name="Freeform: Shape 33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2" name="Freeform: Shape 34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3" name="Freeform: Shape 35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4" name="Freeform: Shape 36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5" name="Freeform: Shape 37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6" name="Freeform: Shape 38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7" name="Freeform: Shape 39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8" name="Freeform: Shape 40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89" name="Freeform: Shape 41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90" name="Freeform: Shape 42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91" name="Freeform: Shape 43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92" name="Freeform: Shape 44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593" name="Freeform: Shape 45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594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595" name="Freeform: Shape 14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96" name="Freeform: Shape 15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97" name="Freeform: Shape 16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98" name="Freeform: Shape 17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599" name="Freeform: Shape 18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00" name="Freeform: Shape 19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01" name="Freeform: Shape 20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raphic 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grpSp>
        <p:nvGrpSpPr>
          <p:cNvPr id="603" name="Group 6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604" name="Group 7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605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606" name="Freeform: Shape 41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07" name="Freeform: Shape 42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608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609" name="Freeform: Shape 18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0" name="Freeform: Shape 19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1" name="Freeform: Shape 20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2" name="Freeform: Shape 21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3" name="Freeform: Shape 22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4" name="Freeform: Shape 23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5" name="Freeform: Shape 24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6" name="Freeform: Shape 25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7" name="Freeform: Shape 26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8" name="Freeform: Shape 27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19" name="Freeform: Shape 28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0" name="Freeform: Shape 29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1" name="Freeform: Shape 30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2" name="Freeform: Shape 31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3" name="Freeform: Shape 32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4" name="Freeform: Shape 33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5" name="Freeform: Shape 34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6" name="Freeform: Shape 35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7" name="Freeform: Shape 36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8" name="Freeform: Shape 37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29" name="Freeform: Shape 38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30" name="Freeform: Shape 39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31" name="Freeform: Shape 40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632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633" name="Freeform: Shape 9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34" name="Freeform: Shape 10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35" name="Freeform: Shape 11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36" name="Freeform: Shape 12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37" name="Freeform: Shape 13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38" name="Freeform: Shape 14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39" name="Freeform: Shape 15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35000">
              <a:srgbClr val="142233"/>
            </a:gs>
            <a:gs pos="100000">
              <a:srgbClr val="4e84c4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raphic 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grpSp>
        <p:nvGrpSpPr>
          <p:cNvPr id="643" name="Group 6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644" name="Group 7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645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646" name="Freeform: Shape 41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47" name="Freeform: Shape 42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648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649" name="Freeform: Shape 18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0" name="Freeform: Shape 19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1" name="Freeform: Shape 20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2" name="Freeform: Shape 21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3" name="Freeform: Shape 22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4" name="Freeform: Shape 23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5" name="Freeform: Shape 24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6" name="Freeform: Shape 25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7" name="Freeform: Shape 26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8" name="Freeform: Shape 27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59" name="Freeform: Shape 28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0" name="Freeform: Shape 29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1" name="Freeform: Shape 30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2" name="Freeform: Shape 31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3" name="Freeform: Shape 32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4" name="Freeform: Shape 33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5" name="Freeform: Shape 34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6" name="Freeform: Shape 35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7" name="Freeform: Shape 36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8" name="Freeform: Shape 37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69" name="Freeform: Shape 38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70" name="Freeform: Shape 39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71" name="Freeform: Shape 40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672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673" name="Freeform: Shape 9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74" name="Freeform: Shape 10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75" name="Freeform: Shape 11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76" name="Freeform: Shape 12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77" name="Freeform: Shape 13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78" name="Freeform: Shape 14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679" name="Freeform: Shape 15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Rectangle 7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681" name="Straight Connector 9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w="0">
            <a:solidFill>
              <a:srgbClr val="e41165"/>
            </a:solidFill>
          </a:ln>
        </p:spPr>
      </p:cxnSp>
      <p:sp>
        <p:nvSpPr>
          <p:cNvPr id="682" name="TextBox 10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83" name="Rectangle 11"/>
          <p:cNvSpPr/>
          <p:nvPr/>
        </p:nvSpPr>
        <p:spPr>
          <a:xfrm>
            <a:off x="37440" y="63720"/>
            <a:ext cx="214560" cy="394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684" name="Group 8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685" name="Group 12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686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687" name="Freeform: Shape 46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88" name="Freeform: Shape 47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689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690" name="Freeform: Shape 23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1" name="Freeform: Shape 24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2" name="Freeform: Shape 25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3" name="Freeform: Shape 26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4" name="Freeform: Shape 27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5" name="Freeform: Shape 28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6" name="Freeform: Shape 29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7" name="Freeform: Shape 30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8" name="Freeform: Shape 31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699" name="Freeform: Shape 32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0" name="Freeform: Shape 33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1" name="Freeform: Shape 34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2" name="Freeform: Shape 35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3" name="Freeform: Shape 36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4" name="Freeform: Shape 37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5" name="Freeform: Shape 38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6" name="Freeform: Shape 39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7" name="Freeform: Shape 40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8" name="Freeform: Shape 41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09" name="Freeform: Shape 42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10" name="Freeform: Shape 43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11" name="Freeform: Shape 44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12" name="Freeform: Shape 45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713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714" name="Freeform: Shape 14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15" name="Freeform: Shape 15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16" name="Freeform: Shape 16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17" name="Freeform: Shape 17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18" name="Freeform: Shape 18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19" name="Freeform: Shape 19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20" name="Freeform: Shape 20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pic>
        <p:nvPicPr>
          <p:cNvPr id="721" name="Pictur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60" y="0"/>
            <a:ext cx="9142920" cy="51426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roup 6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723" name="Group 7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724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725" name="Freeform: Shape 41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26" name="Freeform: Shape 42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727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728" name="Freeform: Shape 18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29" name="Freeform: Shape 19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0" name="Freeform: Shape 20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1" name="Freeform: Shape 21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2" name="Freeform: Shape 22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3" name="Freeform: Shape 23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4" name="Freeform: Shape 24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5" name="Freeform: Shape 25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6" name="Freeform: Shape 26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7" name="Freeform: Shape 27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8" name="Freeform: Shape 28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39" name="Freeform: Shape 29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0" name="Freeform: Shape 30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1" name="Freeform: Shape 31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2" name="Freeform: Shape 32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3" name="Freeform: Shape 33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4" name="Freeform: Shape 34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5" name="Freeform: Shape 35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6" name="Freeform: Shape 36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7" name="Freeform: Shape 37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8" name="Freeform: Shape 38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49" name="Freeform: Shape 39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50" name="Freeform: Shape 40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751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752" name="Freeform: Shape 9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53" name="Freeform: Shape 10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54" name="Freeform: Shape 11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55" name="Freeform: Shape 12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56" name="Freeform: Shape 13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57" name="Freeform: Shape 14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58" name="Freeform: Shape 15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pic>
        <p:nvPicPr>
          <p:cNvPr id="759" name="Pictur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60" y="0"/>
            <a:ext cx="9142920" cy="5142600"/>
          </a:xfrm>
          <a:prstGeom prst="rect">
            <a:avLst/>
          </a:prstGeom>
          <a:ln w="0">
            <a:noFill/>
          </a:ln>
        </p:spPr>
      </p:pic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00"/>
            </a:gs>
            <a:gs pos="35000">
              <a:srgbClr val="142233"/>
            </a:gs>
            <a:gs pos="100000">
              <a:srgbClr val="4e84c4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roup 6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763" name="Group 7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764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765" name="Freeform: Shape 41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66" name="Freeform: Shape 42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767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768" name="Freeform: Shape 18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69" name="Freeform: Shape 19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0" name="Freeform: Shape 20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1" name="Freeform: Shape 21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2" name="Freeform: Shape 22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3" name="Freeform: Shape 23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4" name="Freeform: Shape 24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5" name="Freeform: Shape 25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6" name="Freeform: Shape 26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7" name="Freeform: Shape 27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8" name="Freeform: Shape 28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79" name="Freeform: Shape 29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0" name="Freeform: Shape 30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1" name="Freeform: Shape 31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2" name="Freeform: Shape 32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3" name="Freeform: Shape 33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4" name="Freeform: Shape 34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5" name="Freeform: Shape 35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6" name="Freeform: Shape 36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7" name="Freeform: Shape 37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8" name="Freeform: Shape 38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89" name="Freeform: Shape 39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790" name="Freeform: Shape 40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791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792" name="Freeform: Shape 9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93" name="Freeform: Shape 10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94" name="Freeform: Shape 11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95" name="Freeform: Shape 12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96" name="Freeform: Shape 13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97" name="Freeform: Shape 14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798" name="Freeform: Shape 15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pic>
        <p:nvPicPr>
          <p:cNvPr id="799" name="Picture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60" y="0"/>
            <a:ext cx="9142920" cy="51426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801" name="Rectangle 10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802" name="Straight Connector 11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w="0">
            <a:solidFill>
              <a:srgbClr val="e41165"/>
            </a:solidFill>
          </a:ln>
        </p:spPr>
      </p:cxnSp>
      <p:sp>
        <p:nvSpPr>
          <p:cNvPr id="803" name="TextBox 14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04" name="Rectangle 29"/>
          <p:cNvSpPr/>
          <p:nvPr/>
        </p:nvSpPr>
        <p:spPr>
          <a:xfrm>
            <a:off x="37440" y="63720"/>
            <a:ext cx="214560" cy="39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805" name="Oval 2"/>
          <p:cNvSpPr/>
          <p:nvPr/>
        </p:nvSpPr>
        <p:spPr>
          <a:xfrm>
            <a:off x="4873680" y="864000"/>
            <a:ext cx="3813480" cy="3816720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806" name="Rectangle 1"/>
          <p:cNvSpPr/>
          <p:nvPr/>
        </p:nvSpPr>
        <p:spPr>
          <a:xfrm>
            <a:off x="0" y="0"/>
            <a:ext cx="353520" cy="643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807" name="Group 2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808" name="Group 3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809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810" name="Freeform: Shape 38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1" name="Freeform: Shape 39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812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813" name="Freeform: Shape 15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4" name="Freeform: Shape 16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5" name="Freeform: Shape 17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6" name="Freeform: Shape 18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7" name="Freeform: Shape 19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8" name="Freeform: Shape 20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19" name="Freeform: Shape 21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0" name="Freeform: Shape 22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1" name="Freeform: Shape 23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2" name="Freeform: Shape 24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3" name="Freeform: Shape 25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4" name="Freeform: Shape 26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5" name="Freeform: Shape 27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6" name="Freeform: Shape 28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7" name="Freeform: Shape 29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8" name="Freeform: Shape 30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29" name="Freeform: Shape 31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30" name="Freeform: Shape 32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31" name="Freeform: Shape 33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32" name="Freeform: Shape 34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33" name="Freeform: Shape 35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34" name="Freeform: Shape 36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35" name="Freeform: Shape 37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836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837" name="Freeform: Shape 5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38" name="Freeform: Shape 6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39" name="Freeform: Shape 7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40" name="Freeform: Shape 9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41" name="Freeform: Shape 10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42" name="Freeform: Shape 11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43" name="Freeform: Shape 12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845" name="Rectangle 10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846" name="Straight Connector 11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w="0">
            <a:solidFill>
              <a:srgbClr val="e41165"/>
            </a:solidFill>
          </a:ln>
        </p:spPr>
      </p:cxnSp>
      <p:sp>
        <p:nvSpPr>
          <p:cNvPr id="847" name="TextBox 14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48" name="Rectangle 29"/>
          <p:cNvSpPr/>
          <p:nvPr/>
        </p:nvSpPr>
        <p:spPr>
          <a:xfrm>
            <a:off x="37440" y="63720"/>
            <a:ext cx="214560" cy="394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849" name="Oval 2"/>
          <p:cNvSpPr/>
          <p:nvPr/>
        </p:nvSpPr>
        <p:spPr>
          <a:xfrm>
            <a:off x="4873680" y="864000"/>
            <a:ext cx="3813480" cy="3816720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850" name="Group 77"/>
          <p:cNvGrpSpPr/>
          <p:nvPr/>
        </p:nvGrpSpPr>
        <p:grpSpPr>
          <a:xfrm>
            <a:off x="268560" y="159120"/>
            <a:ext cx="8555760" cy="451080"/>
            <a:chOff x="268560" y="159120"/>
            <a:chExt cx="8555760" cy="451080"/>
          </a:xfrm>
        </p:grpSpPr>
        <p:grpSp>
          <p:nvGrpSpPr>
            <p:cNvPr id="851" name="Group 78"/>
            <p:cNvGrpSpPr/>
            <p:nvPr/>
          </p:nvGrpSpPr>
          <p:grpSpPr>
            <a:xfrm>
              <a:off x="268560" y="258840"/>
              <a:ext cx="1474560" cy="351360"/>
              <a:chOff x="268560" y="258840"/>
              <a:chExt cx="1474560" cy="351360"/>
            </a:xfrm>
          </p:grpSpPr>
          <p:grpSp>
            <p:nvGrpSpPr>
              <p:cNvPr id="852" name="Graphic 8"/>
              <p:cNvGrpSpPr/>
              <p:nvPr/>
            </p:nvGrpSpPr>
            <p:grpSpPr>
              <a:xfrm>
                <a:off x="268560" y="258840"/>
                <a:ext cx="564120" cy="351360"/>
                <a:chOff x="268560" y="258840"/>
                <a:chExt cx="564120" cy="351360"/>
              </a:xfrm>
            </p:grpSpPr>
            <p:sp>
              <p:nvSpPr>
                <p:cNvPr id="853" name="Freeform: Shape 112"/>
                <p:cNvSpPr/>
                <p:nvPr/>
              </p:nvSpPr>
              <p:spPr>
                <a:xfrm>
                  <a:off x="268560" y="258840"/>
                  <a:ext cx="564120" cy="351360"/>
                </a:xfrm>
                <a:custGeom>
                  <a:avLst/>
                  <a:gdLst>
                    <a:gd name="textAreaLeft" fmla="*/ 0 w 564120"/>
                    <a:gd name="textAreaRight" fmla="*/ 564840 w 564120"/>
                    <a:gd name="textAreaTop" fmla="*/ 0 h 351360"/>
                    <a:gd name="textAreaBottom" fmla="*/ 352080 h 35136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54" name="Freeform: Shape 113"/>
                <p:cNvSpPr/>
                <p:nvPr/>
              </p:nvSpPr>
              <p:spPr>
                <a:xfrm>
                  <a:off x="678600" y="399240"/>
                  <a:ext cx="3960" cy="360"/>
                </a:xfrm>
                <a:custGeom>
                  <a:avLst/>
                  <a:gdLst>
                    <a:gd name="textAreaLeft" fmla="*/ 0 w 3960"/>
                    <a:gd name="textAreaRight" fmla="*/ 4680 w 396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855" name="Graphic 8"/>
              <p:cNvGrpSpPr/>
              <p:nvPr/>
            </p:nvGrpSpPr>
            <p:grpSpPr>
              <a:xfrm>
                <a:off x="907560" y="258840"/>
                <a:ext cx="835560" cy="349920"/>
                <a:chOff x="907560" y="258840"/>
                <a:chExt cx="835560" cy="349920"/>
              </a:xfrm>
            </p:grpSpPr>
            <p:sp>
              <p:nvSpPr>
                <p:cNvPr id="856" name="Freeform: Shape 89"/>
                <p:cNvSpPr/>
                <p:nvPr/>
              </p:nvSpPr>
              <p:spPr>
                <a:xfrm>
                  <a:off x="90756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57" name="Freeform: Shape 90"/>
                <p:cNvSpPr/>
                <p:nvPr/>
              </p:nvSpPr>
              <p:spPr>
                <a:xfrm>
                  <a:off x="9838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58" name="Freeform: Shape 91"/>
                <p:cNvSpPr/>
                <p:nvPr/>
              </p:nvSpPr>
              <p:spPr>
                <a:xfrm>
                  <a:off x="1080000" y="258840"/>
                  <a:ext cx="84240" cy="86760"/>
                </a:xfrm>
                <a:custGeom>
                  <a:avLst/>
                  <a:gdLst>
                    <a:gd name="textAreaLeft" fmla="*/ 0 w 84240"/>
                    <a:gd name="textAreaRight" fmla="*/ 84960 w 8424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59" name="Freeform: Shape 92"/>
                <p:cNvSpPr/>
                <p:nvPr/>
              </p:nvSpPr>
              <p:spPr>
                <a:xfrm>
                  <a:off x="1156680" y="258840"/>
                  <a:ext cx="103680" cy="86760"/>
                </a:xfrm>
                <a:custGeom>
                  <a:avLst/>
                  <a:gdLst>
                    <a:gd name="textAreaLeft" fmla="*/ 0 w 103680"/>
                    <a:gd name="textAreaRight" fmla="*/ 104400 w 103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0" name="Freeform: Shape 93"/>
                <p:cNvSpPr/>
                <p:nvPr/>
              </p:nvSpPr>
              <p:spPr>
                <a:xfrm>
                  <a:off x="151344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1" name="Freeform: Shape 94"/>
                <p:cNvSpPr/>
                <p:nvPr/>
              </p:nvSpPr>
              <p:spPr>
                <a:xfrm>
                  <a:off x="1424160" y="38952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2" name="Freeform: Shape 95"/>
                <p:cNvSpPr/>
                <p:nvPr/>
              </p:nvSpPr>
              <p:spPr>
                <a:xfrm>
                  <a:off x="1161360" y="38844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3" name="Freeform: Shape 96"/>
                <p:cNvSpPr/>
                <p:nvPr/>
              </p:nvSpPr>
              <p:spPr>
                <a:xfrm>
                  <a:off x="90756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4" name="Freeform: Shape 97"/>
                <p:cNvSpPr/>
                <p:nvPr/>
              </p:nvSpPr>
              <p:spPr>
                <a:xfrm>
                  <a:off x="1363320" y="389880"/>
                  <a:ext cx="65880" cy="86760"/>
                </a:xfrm>
                <a:custGeom>
                  <a:avLst/>
                  <a:gdLst>
                    <a:gd name="textAreaLeft" fmla="*/ 0 w 65880"/>
                    <a:gd name="textAreaRight" fmla="*/ 66600 w 658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5" name="Freeform: Shape 98"/>
                <p:cNvSpPr/>
                <p:nvPr/>
              </p:nvSpPr>
              <p:spPr>
                <a:xfrm>
                  <a:off x="1670760" y="389880"/>
                  <a:ext cx="72360" cy="867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6" name="Freeform: Shape 99"/>
                <p:cNvSpPr/>
                <p:nvPr/>
              </p:nvSpPr>
              <p:spPr>
                <a:xfrm>
                  <a:off x="980640" y="388440"/>
                  <a:ext cx="82080" cy="89640"/>
                </a:xfrm>
                <a:custGeom>
                  <a:avLst/>
                  <a:gdLst>
                    <a:gd name="textAreaLeft" fmla="*/ 0 w 82080"/>
                    <a:gd name="textAreaRight" fmla="*/ 82800 w 82080"/>
                    <a:gd name="textAreaTop" fmla="*/ 0 h 89640"/>
                    <a:gd name="textAreaBottom" fmla="*/ 90360 h 8964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7" name="Freeform: Shape 100"/>
                <p:cNvSpPr/>
                <p:nvPr/>
              </p:nvSpPr>
              <p:spPr>
                <a:xfrm>
                  <a:off x="1597320" y="38844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8" name="Freeform: Shape 101"/>
                <p:cNvSpPr/>
                <p:nvPr/>
              </p:nvSpPr>
              <p:spPr>
                <a:xfrm>
                  <a:off x="1320120" y="389880"/>
                  <a:ext cx="51480" cy="86760"/>
                </a:xfrm>
                <a:custGeom>
                  <a:avLst/>
                  <a:gdLst>
                    <a:gd name="textAreaLeft" fmla="*/ 0 w 51480"/>
                    <a:gd name="textAreaRight" fmla="*/ 52200 w 51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69" name="Freeform: Shape 102"/>
                <p:cNvSpPr/>
                <p:nvPr/>
              </p:nvSpPr>
              <p:spPr>
                <a:xfrm>
                  <a:off x="1233000" y="389880"/>
                  <a:ext cx="68040" cy="88200"/>
                </a:xfrm>
                <a:custGeom>
                  <a:avLst/>
                  <a:gdLst>
                    <a:gd name="textAreaLeft" fmla="*/ 0 w 68040"/>
                    <a:gd name="textAreaRight" fmla="*/ 68760 w 68040"/>
                    <a:gd name="textAreaTop" fmla="*/ 0 h 88200"/>
                    <a:gd name="textAreaBottom" fmla="*/ 88920 h 882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3920" bIns="439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0" name="Freeform: Shape 103"/>
                <p:cNvSpPr/>
                <p:nvPr/>
              </p:nvSpPr>
              <p:spPr>
                <a:xfrm>
                  <a:off x="1077120" y="389880"/>
                  <a:ext cx="69120" cy="86760"/>
                </a:xfrm>
                <a:custGeom>
                  <a:avLst/>
                  <a:gdLst>
                    <a:gd name="textAreaLeft" fmla="*/ 0 w 69120"/>
                    <a:gd name="textAreaRight" fmla="*/ 69840 w 6912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1" name="Freeform: Shape 104"/>
                <p:cNvSpPr/>
                <p:nvPr/>
              </p:nvSpPr>
              <p:spPr>
                <a:xfrm>
                  <a:off x="1199520" y="520560"/>
                  <a:ext cx="15480" cy="86760"/>
                </a:xfrm>
                <a:custGeom>
                  <a:avLst/>
                  <a:gdLst>
                    <a:gd name="textAreaLeft" fmla="*/ 0 w 15480"/>
                    <a:gd name="textAreaRight" fmla="*/ 16200 w 154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2" name="Freeform: Shape 105"/>
                <p:cNvSpPr/>
                <p:nvPr/>
              </p:nvSpPr>
              <p:spPr>
                <a:xfrm>
                  <a:off x="1046520" y="520560"/>
                  <a:ext cx="61200" cy="86760"/>
                </a:xfrm>
                <a:custGeom>
                  <a:avLst/>
                  <a:gdLst>
                    <a:gd name="textAreaLeft" fmla="*/ 0 w 61200"/>
                    <a:gd name="textAreaRight" fmla="*/ 61920 w 6120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3" name="Freeform: Shape 106"/>
                <p:cNvSpPr/>
                <p:nvPr/>
              </p:nvSpPr>
              <p:spPr>
                <a:xfrm>
                  <a:off x="1112760" y="520560"/>
                  <a:ext cx="76680" cy="86760"/>
                </a:xfrm>
                <a:custGeom>
                  <a:avLst/>
                  <a:gdLst>
                    <a:gd name="textAreaLeft" fmla="*/ 0 w 76680"/>
                    <a:gd name="textAreaRight" fmla="*/ 77400 w 7668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4" name="Freeform: Shape 107"/>
                <p:cNvSpPr/>
                <p:nvPr/>
              </p:nvSpPr>
              <p:spPr>
                <a:xfrm>
                  <a:off x="131076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5" name="Freeform: Shape 108"/>
                <p:cNvSpPr/>
                <p:nvPr/>
              </p:nvSpPr>
              <p:spPr>
                <a:xfrm>
                  <a:off x="1229400" y="519480"/>
                  <a:ext cx="67680" cy="89280"/>
                </a:xfrm>
                <a:custGeom>
                  <a:avLst/>
                  <a:gdLst>
                    <a:gd name="textAreaLeft" fmla="*/ 0 w 67680"/>
                    <a:gd name="textAreaRight" fmla="*/ 68400 w 6768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6" name="Freeform: Shape 109"/>
                <p:cNvSpPr/>
                <p:nvPr/>
              </p:nvSpPr>
              <p:spPr>
                <a:xfrm>
                  <a:off x="90756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7" name="Freeform: Shape 110"/>
                <p:cNvSpPr/>
                <p:nvPr/>
              </p:nvSpPr>
              <p:spPr>
                <a:xfrm>
                  <a:off x="979200" y="520560"/>
                  <a:ext cx="52560" cy="86760"/>
                </a:xfrm>
                <a:custGeom>
                  <a:avLst/>
                  <a:gdLst>
                    <a:gd name="textAreaLeft" fmla="*/ 0 w 52560"/>
                    <a:gd name="textAreaRight" fmla="*/ 53280 w 52560"/>
                    <a:gd name="textAreaTop" fmla="*/ 0 h 86760"/>
                    <a:gd name="textAreaBottom" fmla="*/ 87480 h 867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2480" bIns="424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878" name="Freeform: Shape 111"/>
                <p:cNvSpPr/>
                <p:nvPr/>
              </p:nvSpPr>
              <p:spPr>
                <a:xfrm>
                  <a:off x="1374120" y="519480"/>
                  <a:ext cx="56520" cy="8928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89280"/>
                    <a:gd name="textAreaBottom" fmla="*/ 90000 h 892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879" name="Graphic 8"/>
            <p:cNvGrpSpPr/>
            <p:nvPr/>
          </p:nvGrpSpPr>
          <p:grpSpPr>
            <a:xfrm>
              <a:off x="8317440" y="159120"/>
              <a:ext cx="506880" cy="451080"/>
              <a:chOff x="8317440" y="159120"/>
              <a:chExt cx="506880" cy="451080"/>
            </a:xfrm>
          </p:grpSpPr>
          <p:sp>
            <p:nvSpPr>
              <p:cNvPr id="880" name="Freeform: Shape 80"/>
              <p:cNvSpPr/>
              <p:nvPr/>
            </p:nvSpPr>
            <p:spPr>
              <a:xfrm>
                <a:off x="831744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81" name="Freeform: Shape 81"/>
              <p:cNvSpPr/>
              <p:nvPr/>
            </p:nvSpPr>
            <p:spPr>
              <a:xfrm>
                <a:off x="842688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82" name="Freeform: Shape 82"/>
              <p:cNvSpPr/>
              <p:nvPr/>
            </p:nvSpPr>
            <p:spPr>
              <a:xfrm>
                <a:off x="8565480" y="482400"/>
                <a:ext cx="121680" cy="127800"/>
              </a:xfrm>
              <a:custGeom>
                <a:avLst/>
                <a:gdLst>
                  <a:gd name="textAreaLeft" fmla="*/ 0 w 121680"/>
                  <a:gd name="textAreaRight" fmla="*/ 122400 w 12168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83" name="Freeform: Shape 83"/>
              <p:cNvSpPr/>
              <p:nvPr/>
            </p:nvSpPr>
            <p:spPr>
              <a:xfrm>
                <a:off x="8674920" y="482400"/>
                <a:ext cx="149400" cy="127800"/>
              </a:xfrm>
              <a:custGeom>
                <a:avLst/>
                <a:gdLst>
                  <a:gd name="textAreaLeft" fmla="*/ 0 w 149400"/>
                  <a:gd name="textAreaRight" fmla="*/ 150120 w 149400"/>
                  <a:gd name="textAreaTop" fmla="*/ 0 h 127800"/>
                  <a:gd name="textAreaBottom" fmla="*/ 128520 h 127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84" name="Freeform: Shape 84"/>
              <p:cNvSpPr/>
              <p:nvPr/>
            </p:nvSpPr>
            <p:spPr>
              <a:xfrm>
                <a:off x="8391600" y="159120"/>
                <a:ext cx="359280" cy="257760"/>
              </a:xfrm>
              <a:custGeom>
                <a:avLst/>
                <a:gdLst>
                  <a:gd name="textAreaLeft" fmla="*/ 0 w 359280"/>
                  <a:gd name="textAreaRight" fmla="*/ 360000 w 359280"/>
                  <a:gd name="textAreaTop" fmla="*/ 0 h 257760"/>
                  <a:gd name="textAreaBottom" fmla="*/ 258480 h 25776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85" name="Freeform: Shape 85"/>
              <p:cNvSpPr/>
              <p:nvPr/>
            </p:nvSpPr>
            <p:spPr>
              <a:xfrm>
                <a:off x="860544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886" name="Freeform: Shape 86"/>
              <p:cNvSpPr/>
              <p:nvPr/>
            </p:nvSpPr>
            <p:spPr>
              <a:xfrm>
                <a:off x="8381160" y="250560"/>
                <a:ext cx="155520" cy="159480"/>
              </a:xfrm>
              <a:custGeom>
                <a:avLst/>
                <a:gdLst>
                  <a:gd name="textAreaLeft" fmla="*/ 0 w 155520"/>
                  <a:gd name="textAreaRight" fmla="*/ 156240 w 155520"/>
                  <a:gd name="textAreaTop" fmla="*/ 0 h 159480"/>
                  <a:gd name="textAreaBottom" fmla="*/ 160200 h 15948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Rectangle 8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890" name="Straight Connector 17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891" name="TextBox 18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892" name="Rectangle 20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pic>
        <p:nvPicPr>
          <p:cNvPr id="893" name="Picture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894" name="Oval 14"/>
          <p:cNvSpPr/>
          <p:nvPr/>
        </p:nvSpPr>
        <p:spPr>
          <a:xfrm>
            <a:off x="734040" y="1371600"/>
            <a:ext cx="2909880" cy="2909880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Picture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898" name="Rectangle 8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899" name="Straight Connector 17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900" name="TextBox 18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01" name="Rectangle 20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902" name="Group 3"/>
          <p:cNvGrpSpPr/>
          <p:nvPr/>
        </p:nvGrpSpPr>
        <p:grpSpPr>
          <a:xfrm>
            <a:off x="298440" y="4650480"/>
            <a:ext cx="8546400" cy="387720"/>
            <a:chOff x="298440" y="4650480"/>
            <a:chExt cx="8546400" cy="387720"/>
          </a:xfrm>
        </p:grpSpPr>
        <p:grpSp>
          <p:nvGrpSpPr>
            <p:cNvPr id="903" name="Group 4"/>
            <p:cNvGrpSpPr/>
            <p:nvPr/>
          </p:nvGrpSpPr>
          <p:grpSpPr>
            <a:xfrm>
              <a:off x="298440" y="4736160"/>
              <a:ext cx="1266120" cy="302040"/>
              <a:chOff x="298440" y="4736160"/>
              <a:chExt cx="1266120" cy="302040"/>
            </a:xfrm>
          </p:grpSpPr>
          <p:grpSp>
            <p:nvGrpSpPr>
              <p:cNvPr id="904" name="Graphic 8"/>
              <p:cNvGrpSpPr/>
              <p:nvPr/>
            </p:nvGrpSpPr>
            <p:grpSpPr>
              <a:xfrm>
                <a:off x="298440" y="4736520"/>
                <a:ext cx="484200" cy="301680"/>
                <a:chOff x="298440" y="4736520"/>
                <a:chExt cx="484200" cy="301680"/>
              </a:xfrm>
            </p:grpSpPr>
            <p:sp>
              <p:nvSpPr>
                <p:cNvPr id="905" name="Freeform: Shape 45"/>
                <p:cNvSpPr/>
                <p:nvPr/>
              </p:nvSpPr>
              <p:spPr>
                <a:xfrm>
                  <a:off x="29844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06" name="Freeform: Shape 46"/>
                <p:cNvSpPr/>
                <p:nvPr/>
              </p:nvSpPr>
              <p:spPr>
                <a:xfrm>
                  <a:off x="65052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907" name="Graphic 8"/>
              <p:cNvGrpSpPr/>
              <p:nvPr/>
            </p:nvGrpSpPr>
            <p:grpSpPr>
              <a:xfrm>
                <a:off x="847080" y="4736160"/>
                <a:ext cx="717480" cy="300600"/>
                <a:chOff x="847080" y="4736160"/>
                <a:chExt cx="717480" cy="300600"/>
              </a:xfrm>
            </p:grpSpPr>
            <p:sp>
              <p:nvSpPr>
                <p:cNvPr id="908" name="Freeform: Shape 21"/>
                <p:cNvSpPr/>
                <p:nvPr/>
              </p:nvSpPr>
              <p:spPr>
                <a:xfrm>
                  <a:off x="84708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09" name="Freeform: Shape 22"/>
                <p:cNvSpPr/>
                <p:nvPr/>
              </p:nvSpPr>
              <p:spPr>
                <a:xfrm>
                  <a:off x="9129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0" name="Freeform: Shape 23"/>
                <p:cNvSpPr/>
                <p:nvPr/>
              </p:nvSpPr>
              <p:spPr>
                <a:xfrm>
                  <a:off x="99540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1" name="Freeform: Shape 24"/>
                <p:cNvSpPr/>
                <p:nvPr/>
              </p:nvSpPr>
              <p:spPr>
                <a:xfrm>
                  <a:off x="106092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2" name="Freeform: Shape 25"/>
                <p:cNvSpPr/>
                <p:nvPr/>
              </p:nvSpPr>
              <p:spPr>
                <a:xfrm>
                  <a:off x="136764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3" name="Freeform: Shape 26"/>
                <p:cNvSpPr/>
                <p:nvPr/>
              </p:nvSpPr>
              <p:spPr>
                <a:xfrm>
                  <a:off x="129096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4" name="Freeform: Shape 27"/>
                <p:cNvSpPr/>
                <p:nvPr/>
              </p:nvSpPr>
              <p:spPr>
                <a:xfrm>
                  <a:off x="106524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5" name="Freeform: Shape 28"/>
                <p:cNvSpPr/>
                <p:nvPr/>
              </p:nvSpPr>
              <p:spPr>
                <a:xfrm>
                  <a:off x="84708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6" name="Freeform: Shape 30"/>
                <p:cNvSpPr/>
                <p:nvPr/>
              </p:nvSpPr>
              <p:spPr>
                <a:xfrm>
                  <a:off x="123876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7" name="Freeform: Shape 31"/>
                <p:cNvSpPr/>
                <p:nvPr/>
              </p:nvSpPr>
              <p:spPr>
                <a:xfrm>
                  <a:off x="150264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8" name="Freeform: Shape 32"/>
                <p:cNvSpPr/>
                <p:nvPr/>
              </p:nvSpPr>
              <p:spPr>
                <a:xfrm>
                  <a:off x="90972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19" name="Freeform: Shape 33"/>
                <p:cNvSpPr/>
                <p:nvPr/>
              </p:nvSpPr>
              <p:spPr>
                <a:xfrm>
                  <a:off x="143928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0" name="Freeform: Shape 34"/>
                <p:cNvSpPr/>
                <p:nvPr/>
              </p:nvSpPr>
              <p:spPr>
                <a:xfrm>
                  <a:off x="120132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1" name="Freeform: Shape 35"/>
                <p:cNvSpPr/>
                <p:nvPr/>
              </p:nvSpPr>
              <p:spPr>
                <a:xfrm>
                  <a:off x="112644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2" name="Freeform: Shape 36"/>
                <p:cNvSpPr/>
                <p:nvPr/>
              </p:nvSpPr>
              <p:spPr>
                <a:xfrm>
                  <a:off x="992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3" name="Freeform: Shape 37"/>
                <p:cNvSpPr/>
                <p:nvPr/>
              </p:nvSpPr>
              <p:spPr>
                <a:xfrm>
                  <a:off x="109800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4" name="Freeform: Shape 38"/>
                <p:cNvSpPr/>
                <p:nvPr/>
              </p:nvSpPr>
              <p:spPr>
                <a:xfrm>
                  <a:off x="96624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5" name="Freeform: Shape 39"/>
                <p:cNvSpPr/>
                <p:nvPr/>
              </p:nvSpPr>
              <p:spPr>
                <a:xfrm>
                  <a:off x="102348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6" name="Freeform: Shape 40"/>
                <p:cNvSpPr/>
                <p:nvPr/>
              </p:nvSpPr>
              <p:spPr>
                <a:xfrm>
                  <a:off x="119340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7" name="Freeform: Shape 41"/>
                <p:cNvSpPr/>
                <p:nvPr/>
              </p:nvSpPr>
              <p:spPr>
                <a:xfrm>
                  <a:off x="112356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8" name="Freeform: Shape 42"/>
                <p:cNvSpPr/>
                <p:nvPr/>
              </p:nvSpPr>
              <p:spPr>
                <a:xfrm>
                  <a:off x="84708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29" name="Freeform: Shape 43"/>
                <p:cNvSpPr/>
                <p:nvPr/>
              </p:nvSpPr>
              <p:spPr>
                <a:xfrm>
                  <a:off x="908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30" name="Freeform: Shape 44"/>
                <p:cNvSpPr/>
                <p:nvPr/>
              </p:nvSpPr>
              <p:spPr>
                <a:xfrm>
                  <a:off x="124776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931" name="Graphic 8"/>
            <p:cNvGrpSpPr/>
            <p:nvPr/>
          </p:nvGrpSpPr>
          <p:grpSpPr>
            <a:xfrm>
              <a:off x="8409600" y="4650480"/>
              <a:ext cx="435240" cy="387360"/>
              <a:chOff x="8409600" y="4650480"/>
              <a:chExt cx="435240" cy="387360"/>
            </a:xfrm>
          </p:grpSpPr>
          <p:sp>
            <p:nvSpPr>
              <p:cNvPr id="932" name="Freeform: Shape 6"/>
              <p:cNvSpPr/>
              <p:nvPr/>
            </p:nvSpPr>
            <p:spPr>
              <a:xfrm>
                <a:off x="8409600" y="492804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33" name="Freeform: Shape 7"/>
              <p:cNvSpPr/>
              <p:nvPr/>
            </p:nvSpPr>
            <p:spPr>
              <a:xfrm>
                <a:off x="8503560" y="492804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34" name="Freeform: Shape 9"/>
              <p:cNvSpPr/>
              <p:nvPr/>
            </p:nvSpPr>
            <p:spPr>
              <a:xfrm>
                <a:off x="8622360" y="492804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35" name="Freeform: Shape 10"/>
              <p:cNvSpPr/>
              <p:nvPr/>
            </p:nvSpPr>
            <p:spPr>
              <a:xfrm>
                <a:off x="8716680" y="492804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36" name="Freeform: Shape 12"/>
              <p:cNvSpPr/>
              <p:nvPr/>
            </p:nvSpPr>
            <p:spPr>
              <a:xfrm>
                <a:off x="8473320" y="465048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37" name="Freeform: Shape 13"/>
              <p:cNvSpPr/>
              <p:nvPr/>
            </p:nvSpPr>
            <p:spPr>
              <a:xfrm>
                <a:off x="8656920" y="472896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38" name="Freeform: Shape 15"/>
              <p:cNvSpPr/>
              <p:nvPr/>
            </p:nvSpPr>
            <p:spPr>
              <a:xfrm>
                <a:off x="8464320" y="472896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939" name="Oval 14"/>
          <p:cNvSpPr/>
          <p:nvPr/>
        </p:nvSpPr>
        <p:spPr>
          <a:xfrm>
            <a:off x="734040" y="1371600"/>
            <a:ext cx="2909880" cy="2909880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9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raphic 4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-3744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943" name="Rectangle 14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944" name="Straight Connector 17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945" name="TextBox 18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400" spc="-1" strike="noStrike">
              <a:solidFill>
                <a:schemeClr val="lt1"/>
              </a:solidFill>
              <a:latin typeface="Calibri Light"/>
            </a:endParaRPr>
          </a:p>
        </p:txBody>
      </p:sp>
      <p:sp>
        <p:nvSpPr>
          <p:cNvPr id="946" name="Rectangle 20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947" name="Group 3"/>
          <p:cNvGrpSpPr/>
          <p:nvPr/>
        </p:nvGrpSpPr>
        <p:grpSpPr>
          <a:xfrm>
            <a:off x="298440" y="4650480"/>
            <a:ext cx="8546400" cy="387720"/>
            <a:chOff x="298440" y="4650480"/>
            <a:chExt cx="8546400" cy="387720"/>
          </a:xfrm>
        </p:grpSpPr>
        <p:grpSp>
          <p:nvGrpSpPr>
            <p:cNvPr id="948" name="Group 4"/>
            <p:cNvGrpSpPr/>
            <p:nvPr/>
          </p:nvGrpSpPr>
          <p:grpSpPr>
            <a:xfrm>
              <a:off x="298440" y="4736160"/>
              <a:ext cx="1266120" cy="302040"/>
              <a:chOff x="298440" y="4736160"/>
              <a:chExt cx="1266120" cy="302040"/>
            </a:xfrm>
          </p:grpSpPr>
          <p:grpSp>
            <p:nvGrpSpPr>
              <p:cNvPr id="949" name="Graphic 8"/>
              <p:cNvGrpSpPr/>
              <p:nvPr/>
            </p:nvGrpSpPr>
            <p:grpSpPr>
              <a:xfrm>
                <a:off x="298440" y="4736520"/>
                <a:ext cx="484200" cy="301680"/>
                <a:chOff x="298440" y="4736520"/>
                <a:chExt cx="484200" cy="301680"/>
              </a:xfrm>
            </p:grpSpPr>
            <p:sp>
              <p:nvSpPr>
                <p:cNvPr id="950" name="Freeform: Shape 45"/>
                <p:cNvSpPr/>
                <p:nvPr/>
              </p:nvSpPr>
              <p:spPr>
                <a:xfrm>
                  <a:off x="29844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1" name="Freeform: Shape 46"/>
                <p:cNvSpPr/>
                <p:nvPr/>
              </p:nvSpPr>
              <p:spPr>
                <a:xfrm>
                  <a:off x="65052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952" name="Graphic 8"/>
              <p:cNvGrpSpPr/>
              <p:nvPr/>
            </p:nvGrpSpPr>
            <p:grpSpPr>
              <a:xfrm>
                <a:off x="847080" y="4736160"/>
                <a:ext cx="717480" cy="300600"/>
                <a:chOff x="847080" y="4736160"/>
                <a:chExt cx="717480" cy="300600"/>
              </a:xfrm>
            </p:grpSpPr>
            <p:sp>
              <p:nvSpPr>
                <p:cNvPr id="953" name="Freeform: Shape 21"/>
                <p:cNvSpPr/>
                <p:nvPr/>
              </p:nvSpPr>
              <p:spPr>
                <a:xfrm>
                  <a:off x="84708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4" name="Freeform: Shape 22"/>
                <p:cNvSpPr/>
                <p:nvPr/>
              </p:nvSpPr>
              <p:spPr>
                <a:xfrm>
                  <a:off x="9129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5" name="Freeform: Shape 23"/>
                <p:cNvSpPr/>
                <p:nvPr/>
              </p:nvSpPr>
              <p:spPr>
                <a:xfrm>
                  <a:off x="99540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6" name="Freeform: Shape 24"/>
                <p:cNvSpPr/>
                <p:nvPr/>
              </p:nvSpPr>
              <p:spPr>
                <a:xfrm>
                  <a:off x="106092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7" name="Freeform: Shape 25"/>
                <p:cNvSpPr/>
                <p:nvPr/>
              </p:nvSpPr>
              <p:spPr>
                <a:xfrm>
                  <a:off x="136764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8" name="Freeform: Shape 26"/>
                <p:cNvSpPr/>
                <p:nvPr/>
              </p:nvSpPr>
              <p:spPr>
                <a:xfrm>
                  <a:off x="129096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59" name="Freeform: Shape 27"/>
                <p:cNvSpPr/>
                <p:nvPr/>
              </p:nvSpPr>
              <p:spPr>
                <a:xfrm>
                  <a:off x="106524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0" name="Freeform: Shape 28"/>
                <p:cNvSpPr/>
                <p:nvPr/>
              </p:nvSpPr>
              <p:spPr>
                <a:xfrm>
                  <a:off x="84708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1" name="Freeform: Shape 30"/>
                <p:cNvSpPr/>
                <p:nvPr/>
              </p:nvSpPr>
              <p:spPr>
                <a:xfrm>
                  <a:off x="123876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2" name="Freeform: Shape 31"/>
                <p:cNvSpPr/>
                <p:nvPr/>
              </p:nvSpPr>
              <p:spPr>
                <a:xfrm>
                  <a:off x="150264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3" name="Freeform: Shape 32"/>
                <p:cNvSpPr/>
                <p:nvPr/>
              </p:nvSpPr>
              <p:spPr>
                <a:xfrm>
                  <a:off x="90972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4" name="Freeform: Shape 33"/>
                <p:cNvSpPr/>
                <p:nvPr/>
              </p:nvSpPr>
              <p:spPr>
                <a:xfrm>
                  <a:off x="143928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5" name="Freeform: Shape 34"/>
                <p:cNvSpPr/>
                <p:nvPr/>
              </p:nvSpPr>
              <p:spPr>
                <a:xfrm>
                  <a:off x="120132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6" name="Freeform: Shape 35"/>
                <p:cNvSpPr/>
                <p:nvPr/>
              </p:nvSpPr>
              <p:spPr>
                <a:xfrm>
                  <a:off x="112644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7" name="Freeform: Shape 36"/>
                <p:cNvSpPr/>
                <p:nvPr/>
              </p:nvSpPr>
              <p:spPr>
                <a:xfrm>
                  <a:off x="992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8" name="Freeform: Shape 37"/>
                <p:cNvSpPr/>
                <p:nvPr/>
              </p:nvSpPr>
              <p:spPr>
                <a:xfrm>
                  <a:off x="109800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69" name="Freeform: Shape 38"/>
                <p:cNvSpPr/>
                <p:nvPr/>
              </p:nvSpPr>
              <p:spPr>
                <a:xfrm>
                  <a:off x="96624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0" name="Freeform: Shape 39"/>
                <p:cNvSpPr/>
                <p:nvPr/>
              </p:nvSpPr>
              <p:spPr>
                <a:xfrm>
                  <a:off x="102348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1" name="Freeform: Shape 40"/>
                <p:cNvSpPr/>
                <p:nvPr/>
              </p:nvSpPr>
              <p:spPr>
                <a:xfrm>
                  <a:off x="119340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2" name="Freeform: Shape 41"/>
                <p:cNvSpPr/>
                <p:nvPr/>
              </p:nvSpPr>
              <p:spPr>
                <a:xfrm>
                  <a:off x="112356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3" name="Freeform: Shape 42"/>
                <p:cNvSpPr/>
                <p:nvPr/>
              </p:nvSpPr>
              <p:spPr>
                <a:xfrm>
                  <a:off x="84708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4" name="Freeform: Shape 43"/>
                <p:cNvSpPr/>
                <p:nvPr/>
              </p:nvSpPr>
              <p:spPr>
                <a:xfrm>
                  <a:off x="908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75" name="Freeform: Shape 44"/>
                <p:cNvSpPr/>
                <p:nvPr/>
              </p:nvSpPr>
              <p:spPr>
                <a:xfrm>
                  <a:off x="124776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976" name="Graphic 8"/>
            <p:cNvGrpSpPr/>
            <p:nvPr/>
          </p:nvGrpSpPr>
          <p:grpSpPr>
            <a:xfrm>
              <a:off x="8409600" y="4650480"/>
              <a:ext cx="435240" cy="387360"/>
              <a:chOff x="8409600" y="4650480"/>
              <a:chExt cx="435240" cy="387360"/>
            </a:xfrm>
          </p:grpSpPr>
          <p:sp>
            <p:nvSpPr>
              <p:cNvPr id="977" name="Freeform: Shape 6"/>
              <p:cNvSpPr/>
              <p:nvPr/>
            </p:nvSpPr>
            <p:spPr>
              <a:xfrm>
                <a:off x="8409600" y="492804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78" name="Freeform: Shape 7"/>
              <p:cNvSpPr/>
              <p:nvPr/>
            </p:nvSpPr>
            <p:spPr>
              <a:xfrm>
                <a:off x="8503560" y="492804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79" name="Freeform: Shape 9"/>
              <p:cNvSpPr/>
              <p:nvPr/>
            </p:nvSpPr>
            <p:spPr>
              <a:xfrm>
                <a:off x="8622360" y="492804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80" name="Freeform: Shape 10"/>
              <p:cNvSpPr/>
              <p:nvPr/>
            </p:nvSpPr>
            <p:spPr>
              <a:xfrm>
                <a:off x="8716680" y="492804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81" name="Freeform: Shape 12"/>
              <p:cNvSpPr/>
              <p:nvPr/>
            </p:nvSpPr>
            <p:spPr>
              <a:xfrm>
                <a:off x="8473320" y="465048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82" name="Freeform: Shape 13"/>
              <p:cNvSpPr/>
              <p:nvPr/>
            </p:nvSpPr>
            <p:spPr>
              <a:xfrm>
                <a:off x="8656920" y="472896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983" name="Freeform: Shape 15"/>
              <p:cNvSpPr/>
              <p:nvPr/>
            </p:nvSpPr>
            <p:spPr>
              <a:xfrm>
                <a:off x="8464320" y="472896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984" name="Oval 8"/>
          <p:cNvSpPr/>
          <p:nvPr/>
        </p:nvSpPr>
        <p:spPr>
          <a:xfrm>
            <a:off x="5403960" y="246960"/>
            <a:ext cx="3160440" cy="3160440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raphic 2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-37440" y="0"/>
            <a:ext cx="9143280" cy="5142960"/>
          </a:xfrm>
          <a:prstGeom prst="rect">
            <a:avLst/>
          </a:prstGeom>
          <a:ln w="0">
            <a:noFill/>
          </a:ln>
        </p:spPr>
      </p:pic>
      <p:sp>
        <p:nvSpPr>
          <p:cNvPr id="986" name="Rectangle 14"/>
          <p:cNvSpPr/>
          <p:nvPr/>
        </p:nvSpPr>
        <p:spPr>
          <a:xfrm>
            <a:off x="70560" y="100800"/>
            <a:ext cx="147600" cy="145080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  <p:cxnSp>
        <p:nvCxnSpPr>
          <p:cNvPr id="987" name="Straight Connector 17"/>
          <p:cNvCxnSpPr/>
          <p:nvPr/>
        </p:nvCxnSpPr>
        <p:spPr>
          <a:xfrm>
            <a:off x="90720" y="273240"/>
            <a:ext cx="108360" cy="720"/>
          </a:xfrm>
          <a:prstGeom prst="straightConnector1">
            <a:avLst/>
          </a:prstGeom>
          <a:ln cap="rnd" w="9525">
            <a:solidFill>
              <a:srgbClr val="4e84c4"/>
            </a:solidFill>
            <a:round/>
          </a:ln>
        </p:spPr>
      </p:cxnSp>
      <p:sp>
        <p:nvSpPr>
          <p:cNvPr id="988" name="TextBox 18"/>
          <p:cNvSpPr/>
          <p:nvPr/>
        </p:nvSpPr>
        <p:spPr>
          <a:xfrm>
            <a:off x="70560" y="330840"/>
            <a:ext cx="147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89" name="Rectangle 20"/>
          <p:cNvSpPr/>
          <p:nvPr/>
        </p:nvSpPr>
        <p:spPr>
          <a:xfrm>
            <a:off x="37440" y="63360"/>
            <a:ext cx="21456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090" spc="-1" strike="noStrike">
              <a:solidFill>
                <a:schemeClr val="lt1"/>
              </a:solidFill>
              <a:latin typeface="Calibri Light"/>
            </a:endParaRPr>
          </a:p>
        </p:txBody>
      </p:sp>
      <p:grpSp>
        <p:nvGrpSpPr>
          <p:cNvPr id="990" name="Group 3"/>
          <p:cNvGrpSpPr/>
          <p:nvPr/>
        </p:nvGrpSpPr>
        <p:grpSpPr>
          <a:xfrm>
            <a:off x="298440" y="4650480"/>
            <a:ext cx="8546400" cy="387720"/>
            <a:chOff x="298440" y="4650480"/>
            <a:chExt cx="8546400" cy="387720"/>
          </a:xfrm>
        </p:grpSpPr>
        <p:grpSp>
          <p:nvGrpSpPr>
            <p:cNvPr id="991" name="Group 4"/>
            <p:cNvGrpSpPr/>
            <p:nvPr/>
          </p:nvGrpSpPr>
          <p:grpSpPr>
            <a:xfrm>
              <a:off x="298440" y="4736160"/>
              <a:ext cx="1266120" cy="302040"/>
              <a:chOff x="298440" y="4736160"/>
              <a:chExt cx="1266120" cy="302040"/>
            </a:xfrm>
          </p:grpSpPr>
          <p:grpSp>
            <p:nvGrpSpPr>
              <p:cNvPr id="992" name="Graphic 8"/>
              <p:cNvGrpSpPr/>
              <p:nvPr/>
            </p:nvGrpSpPr>
            <p:grpSpPr>
              <a:xfrm>
                <a:off x="298440" y="4736520"/>
                <a:ext cx="484200" cy="301680"/>
                <a:chOff x="298440" y="4736520"/>
                <a:chExt cx="484200" cy="301680"/>
              </a:xfrm>
            </p:grpSpPr>
            <p:sp>
              <p:nvSpPr>
                <p:cNvPr id="993" name="Freeform: Shape 45"/>
                <p:cNvSpPr/>
                <p:nvPr/>
              </p:nvSpPr>
              <p:spPr>
                <a:xfrm>
                  <a:off x="298440" y="4736520"/>
                  <a:ext cx="484200" cy="301680"/>
                </a:xfrm>
                <a:custGeom>
                  <a:avLst/>
                  <a:gdLst>
                    <a:gd name="textAreaLeft" fmla="*/ 0 w 484200"/>
                    <a:gd name="textAreaRight" fmla="*/ 484920 w 484200"/>
                    <a:gd name="textAreaTop" fmla="*/ 0 h 301680"/>
                    <a:gd name="textAreaBottom" fmla="*/ 302400 h 301680"/>
                  </a:gdLst>
                  <a:ahLst/>
                  <a:rect l="textAreaLeft" t="textAreaTop" r="textAreaRight" b="textAreaBottom"/>
                  <a:pathLst>
                    <a:path w="605264" h="380485">
                      <a:moveTo>
                        <a:pt x="559165" y="219921"/>
                      </a:moveTo>
                      <a:lnTo>
                        <a:pt x="514179" y="188598"/>
                      </a:lnTo>
                      <a:cubicBezTo>
                        <a:pt x="513572" y="188193"/>
                        <a:pt x="513066" y="187788"/>
                        <a:pt x="512459" y="187384"/>
                      </a:cubicBezTo>
                      <a:cubicBezTo>
                        <a:pt x="496114" y="175239"/>
                        <a:pt x="488928" y="164005"/>
                        <a:pt x="488928" y="150747"/>
                      </a:cubicBezTo>
                      <a:cubicBezTo>
                        <a:pt x="488928" y="133188"/>
                        <a:pt x="503198" y="122156"/>
                        <a:pt x="523490" y="122156"/>
                      </a:cubicBezTo>
                      <a:cubicBezTo>
                        <a:pt x="549247" y="122156"/>
                        <a:pt x="561392" y="134250"/>
                        <a:pt x="576725" y="134250"/>
                      </a:cubicBezTo>
                      <a:cubicBezTo>
                        <a:pt x="588819" y="134250"/>
                        <a:pt x="597017" y="126002"/>
                        <a:pt x="597017" y="113908"/>
                      </a:cubicBezTo>
                      <a:cubicBezTo>
                        <a:pt x="597017" y="105103"/>
                        <a:pt x="592614" y="97968"/>
                        <a:pt x="581077" y="92452"/>
                      </a:cubicBezTo>
                      <a:cubicBezTo>
                        <a:pt x="562961" y="83647"/>
                        <a:pt x="543175" y="80358"/>
                        <a:pt x="521820" y="80358"/>
                      </a:cubicBezTo>
                      <a:cubicBezTo>
                        <a:pt x="499302" y="80358"/>
                        <a:pt x="479567" y="86936"/>
                        <a:pt x="465297" y="97968"/>
                      </a:cubicBezTo>
                      <a:cubicBezTo>
                        <a:pt x="461603" y="101510"/>
                        <a:pt x="459123" y="106064"/>
                        <a:pt x="458111" y="111023"/>
                      </a:cubicBezTo>
                      <a:cubicBezTo>
                        <a:pt x="459123" y="106064"/>
                        <a:pt x="461603" y="101459"/>
                        <a:pt x="465297" y="97917"/>
                      </a:cubicBezTo>
                      <a:cubicBezTo>
                        <a:pt x="462412" y="100144"/>
                        <a:pt x="459680" y="102522"/>
                        <a:pt x="457048" y="105052"/>
                      </a:cubicBezTo>
                      <a:cubicBezTo>
                        <a:pt x="456947" y="105153"/>
                        <a:pt x="456896" y="105255"/>
                        <a:pt x="456846" y="105305"/>
                      </a:cubicBezTo>
                      <a:cubicBezTo>
                        <a:pt x="440501" y="122865"/>
                        <a:pt x="426838" y="148622"/>
                        <a:pt x="415908" y="184752"/>
                      </a:cubicBezTo>
                      <a:lnTo>
                        <a:pt x="403308" y="226500"/>
                      </a:lnTo>
                      <a:cubicBezTo>
                        <a:pt x="380789" y="300128"/>
                        <a:pt x="345165" y="335297"/>
                        <a:pt x="289703" y="335297"/>
                      </a:cubicBezTo>
                      <a:cubicBezTo>
                        <a:pt x="228777" y="335297"/>
                        <a:pt x="190369" y="292992"/>
                        <a:pt x="190369" y="230346"/>
                      </a:cubicBezTo>
                      <a:cubicBezTo>
                        <a:pt x="190369" y="167699"/>
                        <a:pt x="227310" y="126508"/>
                        <a:pt x="281050" y="124889"/>
                      </a:cubicBezTo>
                      <a:cubicBezTo>
                        <a:pt x="282113" y="124889"/>
                        <a:pt x="283125" y="124838"/>
                        <a:pt x="284188" y="124838"/>
                      </a:cubicBezTo>
                      <a:cubicBezTo>
                        <a:pt x="302405" y="124737"/>
                        <a:pt x="320369" y="128633"/>
                        <a:pt x="336866" y="136376"/>
                      </a:cubicBezTo>
                      <a:cubicBezTo>
                        <a:pt x="344001" y="139665"/>
                        <a:pt x="350022" y="140778"/>
                        <a:pt x="355538" y="140778"/>
                      </a:cubicBezTo>
                      <a:cubicBezTo>
                        <a:pt x="368695" y="140778"/>
                        <a:pt x="377500" y="131973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8766"/>
                        <a:pt x="377500" y="118766"/>
                        <a:pt x="377500" y="118766"/>
                      </a:cubicBezTo>
                      <a:cubicBezTo>
                        <a:pt x="377500" y="110517"/>
                        <a:pt x="372541" y="102269"/>
                        <a:pt x="361054" y="96804"/>
                      </a:cubicBezTo>
                      <a:cubicBezTo>
                        <a:pt x="340205" y="86380"/>
                        <a:pt x="313284" y="80307"/>
                        <a:pt x="284238" y="80307"/>
                      </a:cubicBezTo>
                      <a:cubicBezTo>
                        <a:pt x="197555" y="80307"/>
                        <a:pt x="137742" y="141841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31459"/>
                        <a:pt x="137742" y="231459"/>
                        <a:pt x="137742" y="231459"/>
                      </a:cubicBezTo>
                      <a:cubicBezTo>
                        <a:pt x="137742" y="255040"/>
                        <a:pt x="141942" y="276698"/>
                        <a:pt x="149786" y="295725"/>
                      </a:cubicBezTo>
                      <a:cubicBezTo>
                        <a:pt x="138400" y="320521"/>
                        <a:pt x="120992" y="333677"/>
                        <a:pt x="98221" y="333677"/>
                      </a:cubicBezTo>
                      <a:cubicBezTo>
                        <a:pt x="70794" y="333677"/>
                        <a:pt x="52678" y="317737"/>
                        <a:pt x="52678" y="281455"/>
                      </a:cubicBezTo>
                      <a:lnTo>
                        <a:pt x="52678" y="126457"/>
                      </a:lnTo>
                      <a:lnTo>
                        <a:pt x="116893" y="126457"/>
                      </a:lnTo>
                      <a:cubicBezTo>
                        <a:pt x="131720" y="126457"/>
                        <a:pt x="141588" y="117652"/>
                        <a:pt x="141588" y="105002"/>
                      </a:cubicBezTo>
                      <a:cubicBezTo>
                        <a:pt x="141588" y="92351"/>
                        <a:pt x="131720" y="83546"/>
                        <a:pt x="116893" y="83546"/>
                      </a:cubicBezTo>
                      <a:lnTo>
                        <a:pt x="52678" y="83546"/>
                      </a:lnTo>
                      <a:lnTo>
                        <a:pt x="52678" y="27478"/>
                      </a:lnTo>
                      <a:cubicBezTo>
                        <a:pt x="52678" y="10981"/>
                        <a:pt x="41697" y="0"/>
                        <a:pt x="26314" y="0"/>
                      </a:cubicBezTo>
                      <a:cubicBezTo>
                        <a:pt x="10930" y="0"/>
                        <a:pt x="0" y="11082"/>
                        <a:pt x="0" y="27579"/>
                      </a:cubicBezTo>
                      <a:lnTo>
                        <a:pt x="0" y="287527"/>
                      </a:lnTo>
                      <a:cubicBezTo>
                        <a:pt x="0" y="347998"/>
                        <a:pt x="34562" y="379878"/>
                        <a:pt x="93312" y="379878"/>
                      </a:cubicBezTo>
                      <a:cubicBezTo>
                        <a:pt x="105558" y="379878"/>
                        <a:pt x="117754" y="377905"/>
                        <a:pt x="129291" y="373856"/>
                      </a:cubicBezTo>
                      <a:cubicBezTo>
                        <a:pt x="129342" y="373856"/>
                        <a:pt x="129443" y="373856"/>
                        <a:pt x="129494" y="373856"/>
                      </a:cubicBezTo>
                      <a:cubicBezTo>
                        <a:pt x="148773" y="366620"/>
                        <a:pt x="164207" y="353919"/>
                        <a:pt x="175087" y="335702"/>
                      </a:cubicBezTo>
                      <a:cubicBezTo>
                        <a:pt x="201148" y="363888"/>
                        <a:pt x="239859" y="380435"/>
                        <a:pt x="288084" y="380435"/>
                      </a:cubicBezTo>
                      <a:cubicBezTo>
                        <a:pt x="313284" y="380435"/>
                        <a:pt x="335196" y="375526"/>
                        <a:pt x="354931" y="365102"/>
                      </a:cubicBezTo>
                      <a:cubicBezTo>
                        <a:pt x="354931" y="365102"/>
                        <a:pt x="354931" y="365102"/>
                        <a:pt x="354982" y="365102"/>
                      </a:cubicBezTo>
                      <a:cubicBezTo>
                        <a:pt x="395059" y="344203"/>
                        <a:pt x="423549" y="301899"/>
                        <a:pt x="443335" y="237025"/>
                      </a:cubicBezTo>
                      <a:lnTo>
                        <a:pt x="454872" y="199124"/>
                      </a:lnTo>
                      <a:cubicBezTo>
                        <a:pt x="454872" y="199124"/>
                        <a:pt x="454771" y="198972"/>
                        <a:pt x="454720" y="198921"/>
                      </a:cubicBezTo>
                      <a:cubicBezTo>
                        <a:pt x="462412" y="209244"/>
                        <a:pt x="473241" y="219162"/>
                        <a:pt x="487815" y="229334"/>
                      </a:cubicBezTo>
                      <a:lnTo>
                        <a:pt x="528955" y="257924"/>
                      </a:lnTo>
                      <a:cubicBezTo>
                        <a:pt x="535028" y="262175"/>
                        <a:pt x="540594" y="266426"/>
                        <a:pt x="545756" y="270676"/>
                      </a:cubicBezTo>
                      <a:cubicBezTo>
                        <a:pt x="553144" y="278874"/>
                        <a:pt x="555320" y="287679"/>
                        <a:pt x="555320" y="298053"/>
                      </a:cubicBezTo>
                      <a:cubicBezTo>
                        <a:pt x="555320" y="321685"/>
                        <a:pt x="536647" y="337624"/>
                        <a:pt x="509777" y="337624"/>
                      </a:cubicBezTo>
                      <a:cubicBezTo>
                        <a:pt x="482906" y="337624"/>
                        <a:pt x="462007" y="324417"/>
                        <a:pt x="449964" y="324417"/>
                      </a:cubicBezTo>
                      <a:cubicBezTo>
                        <a:pt x="437920" y="324417"/>
                        <a:pt x="429672" y="332665"/>
                        <a:pt x="429672" y="344760"/>
                      </a:cubicBezTo>
                      <a:cubicBezTo>
                        <a:pt x="429672" y="353565"/>
                        <a:pt x="434074" y="360700"/>
                        <a:pt x="445612" y="366215"/>
                      </a:cubicBezTo>
                      <a:cubicBezTo>
                        <a:pt x="461552" y="373907"/>
                        <a:pt x="487309" y="380485"/>
                        <a:pt x="510384" y="380485"/>
                      </a:cubicBezTo>
                      <a:cubicBezTo>
                        <a:pt x="539481" y="380485"/>
                        <a:pt x="563619" y="371680"/>
                        <a:pt x="580621" y="356297"/>
                      </a:cubicBezTo>
                      <a:cubicBezTo>
                        <a:pt x="581988" y="355083"/>
                        <a:pt x="583253" y="353767"/>
                        <a:pt x="584467" y="352299"/>
                      </a:cubicBezTo>
                      <a:cubicBezTo>
                        <a:pt x="597472" y="338333"/>
                        <a:pt x="605265" y="319559"/>
                        <a:pt x="605265" y="298053"/>
                      </a:cubicBezTo>
                      <a:cubicBezTo>
                        <a:pt x="605265" y="265060"/>
                        <a:pt x="592108" y="243098"/>
                        <a:pt x="559165" y="22002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94" name="Freeform: Shape 46"/>
                <p:cNvSpPr/>
                <p:nvPr/>
              </p:nvSpPr>
              <p:spPr>
                <a:xfrm>
                  <a:off x="650520" y="4857120"/>
                  <a:ext cx="3240" cy="360"/>
                </a:xfrm>
                <a:custGeom>
                  <a:avLst/>
                  <a:gdLst>
                    <a:gd name="textAreaLeft" fmla="*/ 0 w 3240"/>
                    <a:gd name="textAreaRight" fmla="*/ 3960 w 3240"/>
                    <a:gd name="textAreaTop" fmla="*/ 0 h 360"/>
                    <a:gd name="textAreaBottom" fmla="*/ 1440 h 360"/>
                  </a:gdLst>
                  <a:ahLst/>
                  <a:rect l="textAreaLeft" t="textAreaTop" r="textAreaRight" b="textAreaBottom"/>
                  <a:pathLst>
                    <a:path w="5060" h="15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51"/>
                        <a:pt x="0" y="101"/>
                        <a:pt x="0" y="152"/>
                      </a:cubicBezTo>
                      <a:cubicBezTo>
                        <a:pt x="0" y="152"/>
                        <a:pt x="0" y="51"/>
                        <a:pt x="0" y="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4280" bIns="-442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  <p:grpSp>
            <p:nvGrpSpPr>
              <p:cNvPr id="995" name="Graphic 8"/>
              <p:cNvGrpSpPr/>
              <p:nvPr/>
            </p:nvGrpSpPr>
            <p:grpSpPr>
              <a:xfrm>
                <a:off x="847080" y="4736160"/>
                <a:ext cx="717480" cy="300600"/>
                <a:chOff x="847080" y="4736160"/>
                <a:chExt cx="717480" cy="300600"/>
              </a:xfrm>
            </p:grpSpPr>
            <p:sp>
              <p:nvSpPr>
                <p:cNvPr id="996" name="Freeform: Shape 21"/>
                <p:cNvSpPr/>
                <p:nvPr/>
              </p:nvSpPr>
              <p:spPr>
                <a:xfrm>
                  <a:off x="84708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97" name="Freeform: Shape 22"/>
                <p:cNvSpPr/>
                <p:nvPr/>
              </p:nvSpPr>
              <p:spPr>
                <a:xfrm>
                  <a:off x="91296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3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34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98" name="Freeform: Shape 23"/>
                <p:cNvSpPr/>
                <p:nvPr/>
              </p:nvSpPr>
              <p:spPr>
                <a:xfrm>
                  <a:off x="995400" y="4736160"/>
                  <a:ext cx="72360" cy="74160"/>
                </a:xfrm>
                <a:custGeom>
                  <a:avLst/>
                  <a:gdLst>
                    <a:gd name="textAreaLeft" fmla="*/ 0 w 72360"/>
                    <a:gd name="textAreaRight" fmla="*/ 73080 w 723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91085" h="94425">
                      <a:moveTo>
                        <a:pt x="26718" y="94426"/>
                      </a:moveTo>
                      <a:lnTo>
                        <a:pt x="64367" y="94426"/>
                      </a:lnTo>
                      <a:lnTo>
                        <a:pt x="64367" y="27174"/>
                      </a:lnTo>
                      <a:lnTo>
                        <a:pt x="91086" y="27174"/>
                      </a:lnTo>
                      <a:lnTo>
                        <a:pt x="91086" y="0"/>
                      </a:lnTo>
                      <a:lnTo>
                        <a:pt x="0" y="0"/>
                      </a:lnTo>
                      <a:lnTo>
                        <a:pt x="0" y="27174"/>
                      </a:lnTo>
                      <a:lnTo>
                        <a:pt x="26718" y="27174"/>
                      </a:lnTo>
                      <a:lnTo>
                        <a:pt x="2671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999" name="Freeform: Shape 24"/>
                <p:cNvSpPr/>
                <p:nvPr/>
              </p:nvSpPr>
              <p:spPr>
                <a:xfrm>
                  <a:off x="1060920" y="4736160"/>
                  <a:ext cx="88920" cy="74160"/>
                </a:xfrm>
                <a:custGeom>
                  <a:avLst/>
                  <a:gdLst>
                    <a:gd name="textAreaLeft" fmla="*/ 0 w 88920"/>
                    <a:gd name="textAreaRight" fmla="*/ 89640 w 88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11984" h="94425">
                      <a:moveTo>
                        <a:pt x="36788" y="94426"/>
                      </a:moveTo>
                      <a:lnTo>
                        <a:pt x="55967" y="37952"/>
                      </a:lnTo>
                      <a:lnTo>
                        <a:pt x="75146" y="94426"/>
                      </a:lnTo>
                      <a:lnTo>
                        <a:pt x="111985" y="94426"/>
                      </a:lnTo>
                      <a:lnTo>
                        <a:pt x="75905" y="0"/>
                      </a:lnTo>
                      <a:lnTo>
                        <a:pt x="36080" y="0"/>
                      </a:lnTo>
                      <a:lnTo>
                        <a:pt x="0" y="94426"/>
                      </a:lnTo>
                      <a:lnTo>
                        <a:pt x="36788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0" name="Freeform: Shape 25"/>
                <p:cNvSpPr/>
                <p:nvPr/>
              </p:nvSpPr>
              <p:spPr>
                <a:xfrm>
                  <a:off x="136764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42" h="94476">
                      <a:moveTo>
                        <a:pt x="15434" y="20292"/>
                      </a:moveTo>
                      <a:cubicBezTo>
                        <a:pt x="20089" y="30969"/>
                        <a:pt x="26212" y="42557"/>
                        <a:pt x="32335" y="52880"/>
                      </a:cubicBezTo>
                      <a:lnTo>
                        <a:pt x="56979" y="94426"/>
                      </a:lnTo>
                      <a:lnTo>
                        <a:pt x="74842" y="94426"/>
                      </a:lnTo>
                      <a:lnTo>
                        <a:pt x="74842" y="0"/>
                      </a:ln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1" name="Freeform: Shape 26"/>
                <p:cNvSpPr/>
                <p:nvPr/>
              </p:nvSpPr>
              <p:spPr>
                <a:xfrm>
                  <a:off x="1290960" y="484848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25858" y="67758"/>
                      </a:moveTo>
                      <a:lnTo>
                        <a:pt x="55815" y="67758"/>
                      </a:lnTo>
                      <a:lnTo>
                        <a:pt x="64367" y="94426"/>
                      </a:lnTo>
                      <a:lnTo>
                        <a:pt x="82838" y="94426"/>
                      </a:lnTo>
                      <a:lnTo>
                        <a:pt x="52172" y="0"/>
                      </a:lnTo>
                      <a:lnTo>
                        <a:pt x="30261" y="0"/>
                      </a:lnTo>
                      <a:lnTo>
                        <a:pt x="0" y="94426"/>
                      </a:lnTo>
                      <a:lnTo>
                        <a:pt x="17812" y="94426"/>
                      </a:lnTo>
                      <a:lnTo>
                        <a:pt x="25858" y="67758"/>
                      </a:lnTo>
                      <a:close/>
                      <a:moveTo>
                        <a:pt x="35979" y="31374"/>
                      </a:moveTo>
                      <a:cubicBezTo>
                        <a:pt x="37649" y="25757"/>
                        <a:pt x="39066" y="19229"/>
                        <a:pt x="40432" y="13663"/>
                      </a:cubicBezTo>
                      <a:lnTo>
                        <a:pt x="40736" y="13663"/>
                      </a:lnTo>
                      <a:cubicBezTo>
                        <a:pt x="42152" y="19128"/>
                        <a:pt x="43721" y="25555"/>
                        <a:pt x="45492" y="31425"/>
                      </a:cubicBezTo>
                      <a:lnTo>
                        <a:pt x="52931" y="54702"/>
                      </a:lnTo>
                      <a:lnTo>
                        <a:pt x="28641" y="54702"/>
                      </a:lnTo>
                      <a:lnTo>
                        <a:pt x="35928" y="31374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2" name="Freeform: Shape 27"/>
                <p:cNvSpPr/>
                <p:nvPr/>
              </p:nvSpPr>
              <p:spPr>
                <a:xfrm>
                  <a:off x="1065240" y="484740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26617" y="83141"/>
                      </a:move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1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ubicBezTo>
                        <a:pt x="24441" y="36131"/>
                        <a:pt x="18976" y="32740"/>
                        <a:pt x="18976" y="25453"/>
                      </a:cubicBezTo>
                      <a:cubicBezTo>
                        <a:pt x="18976" y="19887"/>
                        <a:pt x="23632" y="14068"/>
                        <a:pt x="34562" y="14068"/>
                      </a:cubicBezTo>
                      <a:cubicBezTo>
                        <a:pt x="43417" y="14068"/>
                        <a:pt x="49996" y="16750"/>
                        <a:pt x="53386" y="18571"/>
                      </a:cubicBezTo>
                      <a:lnTo>
                        <a:pt x="57536" y="4655"/>
                      </a:lnTo>
                      <a:cubicBezTo>
                        <a:pt x="52627" y="2176"/>
                        <a:pt x="45138" y="0"/>
                        <a:pt x="34916" y="0"/>
                      </a:cubicBezTo>
                      <a:cubicBezTo>
                        <a:pt x="14473" y="0"/>
                        <a:pt x="1569" y="11639"/>
                        <a:pt x="1569" y="27123"/>
                      </a:cubicBezTo>
                      <a:cubicBezTo>
                        <a:pt x="1569" y="40685"/>
                        <a:pt x="11538" y="49034"/>
                        <a:pt x="27123" y="54550"/>
                      </a:cubicBezTo>
                      <a:cubicBezTo>
                        <a:pt x="39015" y="58902"/>
                        <a:pt x="43822" y="63102"/>
                        <a:pt x="43822" y="70237"/>
                      </a:cubicBezTo>
                      <a:cubicBezTo>
                        <a:pt x="43822" y="77980"/>
                        <a:pt x="37649" y="83141"/>
                        <a:pt x="26668" y="8314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3" name="Freeform: Shape 28"/>
                <p:cNvSpPr/>
                <p:nvPr/>
              </p:nvSpPr>
              <p:spPr>
                <a:xfrm>
                  <a:off x="84708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4" name="Freeform: Shape 30"/>
                <p:cNvSpPr/>
                <p:nvPr/>
              </p:nvSpPr>
              <p:spPr>
                <a:xfrm>
                  <a:off x="1238760" y="4848480"/>
                  <a:ext cx="56520" cy="74160"/>
                </a:xfrm>
                <a:custGeom>
                  <a:avLst/>
                  <a:gdLst>
                    <a:gd name="textAreaLeft" fmla="*/ 0 w 56520"/>
                    <a:gd name="textAreaRight" fmla="*/ 57240 w 56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1350" h="94425">
                      <a:moveTo>
                        <a:pt x="44177" y="94426"/>
                      </a:moveTo>
                      <a:lnTo>
                        <a:pt x="44177" y="14473"/>
                      </a:lnTo>
                      <a:lnTo>
                        <a:pt x="71351" y="14473"/>
                      </a:lnTo>
                      <a:lnTo>
                        <a:pt x="71351" y="0"/>
                      </a:lnTo>
                      <a:lnTo>
                        <a:pt x="0" y="0"/>
                      </a:lnTo>
                      <a:lnTo>
                        <a:pt x="0" y="14473"/>
                      </a:lnTo>
                      <a:lnTo>
                        <a:pt x="26921" y="14473"/>
                      </a:lnTo>
                      <a:lnTo>
                        <a:pt x="26921" y="94426"/>
                      </a:lnTo>
                      <a:lnTo>
                        <a:pt x="44177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5" name="Freeform: Shape 31"/>
                <p:cNvSpPr/>
                <p:nvPr/>
              </p:nvSpPr>
              <p:spPr>
                <a:xfrm>
                  <a:off x="1502640" y="4848480"/>
                  <a:ext cx="61920" cy="74160"/>
                </a:xfrm>
                <a:custGeom>
                  <a:avLst/>
                  <a:gdLst>
                    <a:gd name="textAreaLeft" fmla="*/ 0 w 61920"/>
                    <a:gd name="textAreaRight" fmla="*/ 62640 w 619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8384" h="94476">
                      <a:moveTo>
                        <a:pt x="58953" y="0"/>
                      </a:moveTo>
                      <a:lnTo>
                        <a:pt x="47618" y="24188"/>
                      </a:lnTo>
                      <a:cubicBezTo>
                        <a:pt x="44379" y="31020"/>
                        <a:pt x="41798" y="36940"/>
                        <a:pt x="39470" y="42962"/>
                      </a:cubicBezTo>
                      <a:lnTo>
                        <a:pt x="39167" y="42962"/>
                      </a:lnTo>
                      <a:cubicBezTo>
                        <a:pt x="36586" y="36586"/>
                        <a:pt x="34157" y="31172"/>
                        <a:pt x="30918" y="24239"/>
                      </a:cubicBezTo>
                      <a:lnTo>
                        <a:pt x="19685" y="0"/>
                      </a:lnTo>
                      <a:lnTo>
                        <a:pt x="0" y="0"/>
                      </a:lnTo>
                      <a:lnTo>
                        <a:pt x="29805" y="55157"/>
                      </a:lnTo>
                      <a:lnTo>
                        <a:pt x="29805" y="94476"/>
                      </a:lnTo>
                      <a:lnTo>
                        <a:pt x="47061" y="94476"/>
                      </a:lnTo>
                      <a:lnTo>
                        <a:pt x="47061" y="54702"/>
                      </a:lnTo>
                      <a:lnTo>
                        <a:pt x="78384" y="51"/>
                      </a:lnTo>
                      <a:lnTo>
                        <a:pt x="5895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6" name="Freeform: Shape 32"/>
                <p:cNvSpPr/>
                <p:nvPr/>
              </p:nvSpPr>
              <p:spPr>
                <a:xfrm>
                  <a:off x="909720" y="4847400"/>
                  <a:ext cx="70200" cy="76680"/>
                </a:xfrm>
                <a:custGeom>
                  <a:avLst/>
                  <a:gdLst>
                    <a:gd name="textAreaLeft" fmla="*/ 0 w 70200"/>
                    <a:gd name="textAreaRight" fmla="*/ 70920 w 7020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88656" h="97562">
                      <a:moveTo>
                        <a:pt x="44936" y="0"/>
                      </a:moveTo>
                      <a:cubicBezTo>
                        <a:pt x="18318" y="0"/>
                        <a:pt x="0" y="20494"/>
                        <a:pt x="0" y="49490"/>
                      </a:cubicBezTo>
                      <a:cubicBezTo>
                        <a:pt x="0" y="78486"/>
                        <a:pt x="16851" y="97563"/>
                        <a:pt x="43519" y="97563"/>
                      </a:cubicBezTo>
                      <a:lnTo>
                        <a:pt x="43671" y="97563"/>
                      </a:lnTo>
                      <a:cubicBezTo>
                        <a:pt x="69529" y="97563"/>
                        <a:pt x="88657" y="79447"/>
                        <a:pt x="88657" y="47820"/>
                      </a:cubicBezTo>
                      <a:cubicBezTo>
                        <a:pt x="88657" y="20798"/>
                        <a:pt x="72413" y="0"/>
                        <a:pt x="44936" y="0"/>
                      </a:cubicBezTo>
                      <a:close/>
                      <a:moveTo>
                        <a:pt x="44278" y="83748"/>
                      </a:moveTo>
                      <a:lnTo>
                        <a:pt x="44126" y="83748"/>
                      </a:lnTo>
                      <a:cubicBezTo>
                        <a:pt x="27680" y="83748"/>
                        <a:pt x="18015" y="67859"/>
                        <a:pt x="18065" y="49085"/>
                      </a:cubicBezTo>
                      <a:cubicBezTo>
                        <a:pt x="18065" y="30261"/>
                        <a:pt x="27123" y="13815"/>
                        <a:pt x="44278" y="13815"/>
                      </a:cubicBezTo>
                      <a:cubicBezTo>
                        <a:pt x="61432" y="13815"/>
                        <a:pt x="70288" y="30666"/>
                        <a:pt x="70288" y="48478"/>
                      </a:cubicBezTo>
                      <a:cubicBezTo>
                        <a:pt x="70288" y="68213"/>
                        <a:pt x="60876" y="83748"/>
                        <a:pt x="44227" y="8374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7" name="Freeform: Shape 33"/>
                <p:cNvSpPr/>
                <p:nvPr/>
              </p:nvSpPr>
              <p:spPr>
                <a:xfrm>
                  <a:off x="1439280" y="484740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20"/>
                      </a:moveTo>
                      <a:cubicBezTo>
                        <a:pt x="58953" y="14220"/>
                        <a:pt x="65227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5" y="93110"/>
                      </a:cubicBezTo>
                      <a:lnTo>
                        <a:pt x="69782" y="79498"/>
                      </a:lnTo>
                      <a:cubicBezTo>
                        <a:pt x="65227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20"/>
                        <a:pt x="51210" y="1422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8" name="Freeform: Shape 34"/>
                <p:cNvSpPr/>
                <p:nvPr/>
              </p:nvSpPr>
              <p:spPr>
                <a:xfrm>
                  <a:off x="1201320" y="4848480"/>
                  <a:ext cx="44280" cy="74160"/>
                </a:xfrm>
                <a:custGeom>
                  <a:avLst/>
                  <a:gdLst>
                    <a:gd name="textAreaLeft" fmla="*/ 0 w 44280"/>
                    <a:gd name="textAreaRight" fmla="*/ 45000 w 4428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017" h="94425">
                      <a:moveTo>
                        <a:pt x="17205" y="0"/>
                      </a:move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018" y="94426"/>
                      </a:lnTo>
                      <a:lnTo>
                        <a:pt x="56018" y="79953"/>
                      </a:lnTo>
                      <a:lnTo>
                        <a:pt x="17205" y="79953"/>
                      </a:lnTo>
                      <a:lnTo>
                        <a:pt x="17205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09" name="Freeform: Shape 35"/>
                <p:cNvSpPr/>
                <p:nvPr/>
              </p:nvSpPr>
              <p:spPr>
                <a:xfrm>
                  <a:off x="1126440" y="4848480"/>
                  <a:ext cx="58320" cy="75600"/>
                </a:xfrm>
                <a:custGeom>
                  <a:avLst/>
                  <a:gdLst>
                    <a:gd name="textAreaLeft" fmla="*/ 0 w 58320"/>
                    <a:gd name="textAreaRight" fmla="*/ 59040 w 58320"/>
                    <a:gd name="textAreaTop" fmla="*/ 0 h 75600"/>
                    <a:gd name="textAreaBottom" fmla="*/ 76320 h 75600"/>
                  </a:gdLst>
                  <a:ahLst/>
                  <a:rect l="textAreaLeft" t="textAreaTop" r="textAreaRight" b="textAreaBottom"/>
                  <a:pathLst>
                    <a:path w="73728" h="95994">
                      <a:moveTo>
                        <a:pt x="73729" y="53943"/>
                      </a:moveTo>
                      <a:lnTo>
                        <a:pt x="73729" y="0"/>
                      </a:lnTo>
                      <a:lnTo>
                        <a:pt x="56473" y="0"/>
                      </a:lnTo>
                      <a:lnTo>
                        <a:pt x="56473" y="55056"/>
                      </a:lnTo>
                      <a:cubicBezTo>
                        <a:pt x="56473" y="73577"/>
                        <a:pt x="49035" y="82078"/>
                        <a:pt x="36586" y="82078"/>
                      </a:cubicBezTo>
                      <a:cubicBezTo>
                        <a:pt x="24897" y="82078"/>
                        <a:pt x="17256" y="73476"/>
                        <a:pt x="17256" y="55056"/>
                      </a:cubicBezTo>
                      <a:lnTo>
                        <a:pt x="17256" y="0"/>
                      </a:lnTo>
                      <a:lnTo>
                        <a:pt x="0" y="0"/>
                      </a:lnTo>
                      <a:lnTo>
                        <a:pt x="0" y="54044"/>
                      </a:lnTo>
                      <a:cubicBezTo>
                        <a:pt x="0" y="83748"/>
                        <a:pt x="14169" y="95994"/>
                        <a:pt x="35928" y="95994"/>
                      </a:cubicBezTo>
                      <a:cubicBezTo>
                        <a:pt x="57688" y="95994"/>
                        <a:pt x="73678" y="83040"/>
                        <a:pt x="73678" y="5394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1320" bIns="3132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0" name="Freeform: Shape 36"/>
                <p:cNvSpPr/>
                <p:nvPr/>
              </p:nvSpPr>
              <p:spPr>
                <a:xfrm>
                  <a:off x="992880" y="4848480"/>
                  <a:ext cx="59400" cy="74160"/>
                </a:xfrm>
                <a:custGeom>
                  <a:avLst/>
                  <a:gdLst>
                    <a:gd name="textAreaLeft" fmla="*/ 0 w 59400"/>
                    <a:gd name="textAreaRight" fmla="*/ 60120 w 594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74892" h="94476">
                      <a:moveTo>
                        <a:pt x="74842" y="0"/>
                      </a:moveTo>
                      <a:lnTo>
                        <a:pt x="58902" y="0"/>
                      </a:lnTo>
                      <a:lnTo>
                        <a:pt x="58902" y="32943"/>
                      </a:lnTo>
                      <a:cubicBezTo>
                        <a:pt x="58902" y="47365"/>
                        <a:pt x="59206" y="59560"/>
                        <a:pt x="60420" y="72110"/>
                      </a:cubicBezTo>
                      <a:lnTo>
                        <a:pt x="60117" y="72211"/>
                      </a:lnTo>
                      <a:cubicBezTo>
                        <a:pt x="55765" y="61938"/>
                        <a:pt x="50300" y="50957"/>
                        <a:pt x="44075" y="40584"/>
                      </a:cubicBezTo>
                      <a:lnTo>
                        <a:pt x="19685" y="51"/>
                      </a:lnTo>
                      <a:lnTo>
                        <a:pt x="0" y="51"/>
                      </a:lnTo>
                      <a:lnTo>
                        <a:pt x="0" y="94476"/>
                      </a:lnTo>
                      <a:lnTo>
                        <a:pt x="15940" y="94476"/>
                      </a:lnTo>
                      <a:lnTo>
                        <a:pt x="15940" y="60673"/>
                      </a:lnTo>
                      <a:cubicBezTo>
                        <a:pt x="15940" y="45189"/>
                        <a:pt x="15687" y="32690"/>
                        <a:pt x="15029" y="20444"/>
                      </a:cubicBezTo>
                      <a:lnTo>
                        <a:pt x="15485" y="20342"/>
                      </a:lnTo>
                      <a:cubicBezTo>
                        <a:pt x="20140" y="31020"/>
                        <a:pt x="26263" y="42608"/>
                        <a:pt x="32386" y="52931"/>
                      </a:cubicBezTo>
                      <a:lnTo>
                        <a:pt x="57030" y="94476"/>
                      </a:lnTo>
                      <a:lnTo>
                        <a:pt x="74893" y="94476"/>
                      </a:lnTo>
                      <a:lnTo>
                        <a:pt x="74893" y="5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1" name="Freeform: Shape 37"/>
                <p:cNvSpPr/>
                <p:nvPr/>
              </p:nvSpPr>
              <p:spPr>
                <a:xfrm>
                  <a:off x="1098000" y="4961160"/>
                  <a:ext cx="12960" cy="74160"/>
                </a:xfrm>
                <a:custGeom>
                  <a:avLst/>
                  <a:gdLst>
                    <a:gd name="textAreaLeft" fmla="*/ 0 w 12960"/>
                    <a:gd name="textAreaRight" fmla="*/ 13680 w 1296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17205" h="94425">
                      <a:moveTo>
                        <a:pt x="0" y="0"/>
                      </a:moveTo>
                      <a:lnTo>
                        <a:pt x="17205" y="0"/>
                      </a:lnTo>
                      <a:lnTo>
                        <a:pt x="17205" y="94426"/>
                      </a:lnTo>
                      <a:lnTo>
                        <a:pt x="0" y="944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2" name="Freeform: Shape 38"/>
                <p:cNvSpPr/>
                <p:nvPr/>
              </p:nvSpPr>
              <p:spPr>
                <a:xfrm>
                  <a:off x="966240" y="4961160"/>
                  <a:ext cx="52200" cy="74160"/>
                </a:xfrm>
                <a:custGeom>
                  <a:avLst/>
                  <a:gdLst>
                    <a:gd name="textAreaLeft" fmla="*/ 0 w 52200"/>
                    <a:gd name="textAreaRight" fmla="*/ 52920 w 522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66239" h="94476">
                      <a:moveTo>
                        <a:pt x="45796" y="50198"/>
                      </a:moveTo>
                      <a:lnTo>
                        <a:pt x="45796" y="49794"/>
                      </a:lnTo>
                      <a:cubicBezTo>
                        <a:pt x="54601" y="46656"/>
                        <a:pt x="62799" y="38458"/>
                        <a:pt x="62799" y="26364"/>
                      </a:cubicBezTo>
                      <a:cubicBezTo>
                        <a:pt x="62799" y="18318"/>
                        <a:pt x="59864" y="11841"/>
                        <a:pt x="54753" y="7540"/>
                      </a:cubicBezTo>
                      <a:cubicBezTo>
                        <a:pt x="48427" y="2277"/>
                        <a:pt x="37548" y="0"/>
                        <a:pt x="25909" y="0"/>
                      </a:cubicBezTo>
                      <a:cubicBezTo>
                        <a:pt x="14270" y="0"/>
                        <a:pt x="6528" y="810"/>
                        <a:pt x="0" y="2024"/>
                      </a:cubicBezTo>
                      <a:lnTo>
                        <a:pt x="0" y="94476"/>
                      </a:lnTo>
                      <a:cubicBezTo>
                        <a:pt x="0" y="94476"/>
                        <a:pt x="16952" y="94476"/>
                        <a:pt x="16952" y="94476"/>
                      </a:cubicBezTo>
                      <a:lnTo>
                        <a:pt x="16952" y="55967"/>
                      </a:lnTo>
                      <a:lnTo>
                        <a:pt x="25555" y="55967"/>
                      </a:lnTo>
                      <a:cubicBezTo>
                        <a:pt x="35270" y="56220"/>
                        <a:pt x="39724" y="60167"/>
                        <a:pt x="42406" y="72363"/>
                      </a:cubicBezTo>
                      <a:cubicBezTo>
                        <a:pt x="45037" y="84001"/>
                        <a:pt x="47263" y="91744"/>
                        <a:pt x="48680" y="94476"/>
                      </a:cubicBezTo>
                      <a:lnTo>
                        <a:pt x="66240" y="94476"/>
                      </a:lnTo>
                      <a:cubicBezTo>
                        <a:pt x="64367" y="90833"/>
                        <a:pt x="61837" y="80054"/>
                        <a:pt x="58852" y="68365"/>
                      </a:cubicBezTo>
                      <a:cubicBezTo>
                        <a:pt x="56524" y="59256"/>
                        <a:pt x="52577" y="52779"/>
                        <a:pt x="45796" y="50249"/>
                      </a:cubicBezTo>
                      <a:close/>
                      <a:moveTo>
                        <a:pt x="27022" y="43367"/>
                      </a:moveTo>
                      <a:lnTo>
                        <a:pt x="16901" y="43367"/>
                      </a:lnTo>
                      <a:lnTo>
                        <a:pt x="16901" y="13764"/>
                      </a:lnTo>
                      <a:cubicBezTo>
                        <a:pt x="18622" y="13309"/>
                        <a:pt x="22114" y="12904"/>
                        <a:pt x="27528" y="12904"/>
                      </a:cubicBezTo>
                      <a:cubicBezTo>
                        <a:pt x="38610" y="12904"/>
                        <a:pt x="45745" y="17711"/>
                        <a:pt x="45745" y="27933"/>
                      </a:cubicBezTo>
                      <a:cubicBezTo>
                        <a:pt x="45745" y="37244"/>
                        <a:pt x="38610" y="43367"/>
                        <a:pt x="27022" y="4336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3" name="Freeform: Shape 39"/>
                <p:cNvSpPr/>
                <p:nvPr/>
              </p:nvSpPr>
              <p:spPr>
                <a:xfrm>
                  <a:off x="1023480" y="4961160"/>
                  <a:ext cx="65520" cy="74160"/>
                </a:xfrm>
                <a:custGeom>
                  <a:avLst/>
                  <a:gdLst>
                    <a:gd name="textAreaLeft" fmla="*/ 0 w 65520"/>
                    <a:gd name="textAreaRight" fmla="*/ 66240 w 6552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82837" h="94425">
                      <a:moveTo>
                        <a:pt x="50704" y="43215"/>
                      </a:moveTo>
                      <a:cubicBezTo>
                        <a:pt x="47061" y="54702"/>
                        <a:pt x="43620" y="66240"/>
                        <a:pt x="41140" y="77372"/>
                      </a:cubicBezTo>
                      <a:lnTo>
                        <a:pt x="40837" y="77372"/>
                      </a:lnTo>
                      <a:cubicBezTo>
                        <a:pt x="38408" y="65936"/>
                        <a:pt x="35169" y="54904"/>
                        <a:pt x="31627" y="42962"/>
                      </a:cubicBezTo>
                      <a:lnTo>
                        <a:pt x="18774" y="0"/>
                      </a:lnTo>
                      <a:lnTo>
                        <a:pt x="0" y="0"/>
                      </a:lnTo>
                      <a:lnTo>
                        <a:pt x="30514" y="94426"/>
                      </a:lnTo>
                      <a:lnTo>
                        <a:pt x="50249" y="94426"/>
                      </a:lnTo>
                      <a:lnTo>
                        <a:pt x="82837" y="0"/>
                      </a:lnTo>
                      <a:lnTo>
                        <a:pt x="64519" y="0"/>
                      </a:lnTo>
                      <a:lnTo>
                        <a:pt x="50755" y="4321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4" name="Freeform: Shape 40"/>
                <p:cNvSpPr/>
                <p:nvPr/>
              </p:nvSpPr>
              <p:spPr>
                <a:xfrm>
                  <a:off x="119340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05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05" y="38458"/>
                      </a:lnTo>
                      <a:lnTo>
                        <a:pt x="17205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05" y="80257"/>
                      </a:lnTo>
                      <a:lnTo>
                        <a:pt x="17205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5" name="Freeform: Shape 41"/>
                <p:cNvSpPr/>
                <p:nvPr/>
              </p:nvSpPr>
              <p:spPr>
                <a:xfrm>
                  <a:off x="1123560" y="4960080"/>
                  <a:ext cx="57960" cy="76680"/>
                </a:xfrm>
                <a:custGeom>
                  <a:avLst/>
                  <a:gdLst>
                    <a:gd name="textAreaLeft" fmla="*/ 0 w 57960"/>
                    <a:gd name="textAreaRight" fmla="*/ 58680 w 5796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73374" h="97411">
                      <a:moveTo>
                        <a:pt x="51261" y="14219"/>
                      </a:moveTo>
                      <a:cubicBezTo>
                        <a:pt x="58953" y="14219"/>
                        <a:pt x="65228" y="15940"/>
                        <a:pt x="69630" y="17914"/>
                      </a:cubicBezTo>
                      <a:lnTo>
                        <a:pt x="73375" y="4200"/>
                      </a:lnTo>
                      <a:cubicBezTo>
                        <a:pt x="69883" y="2328"/>
                        <a:pt x="61888" y="0"/>
                        <a:pt x="50502" y="0"/>
                      </a:cubicBezTo>
                      <a:cubicBezTo>
                        <a:pt x="21658" y="0"/>
                        <a:pt x="0" y="18774"/>
                        <a:pt x="0" y="49794"/>
                      </a:cubicBezTo>
                      <a:cubicBezTo>
                        <a:pt x="0" y="78536"/>
                        <a:pt x="18217" y="97411"/>
                        <a:pt x="48174" y="97411"/>
                      </a:cubicBezTo>
                      <a:cubicBezTo>
                        <a:pt x="59560" y="97411"/>
                        <a:pt x="68567" y="95185"/>
                        <a:pt x="72616" y="93110"/>
                      </a:cubicBezTo>
                      <a:lnTo>
                        <a:pt x="69782" y="79498"/>
                      </a:lnTo>
                      <a:cubicBezTo>
                        <a:pt x="65228" y="81572"/>
                        <a:pt x="57941" y="82939"/>
                        <a:pt x="51008" y="82939"/>
                      </a:cubicBezTo>
                      <a:cubicBezTo>
                        <a:pt x="30261" y="82939"/>
                        <a:pt x="18167" y="69731"/>
                        <a:pt x="18167" y="48933"/>
                      </a:cubicBezTo>
                      <a:cubicBezTo>
                        <a:pt x="18167" y="26212"/>
                        <a:pt x="31981" y="14219"/>
                        <a:pt x="51210" y="14219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6" name="Freeform: Shape 42"/>
                <p:cNvSpPr/>
                <p:nvPr/>
              </p:nvSpPr>
              <p:spPr>
                <a:xfrm>
                  <a:off x="84708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7" name="Freeform: Shape 43"/>
                <p:cNvSpPr/>
                <p:nvPr/>
              </p:nvSpPr>
              <p:spPr>
                <a:xfrm>
                  <a:off x="908640" y="4961160"/>
                  <a:ext cx="45000" cy="74160"/>
                </a:xfrm>
                <a:custGeom>
                  <a:avLst/>
                  <a:gdLst>
                    <a:gd name="textAreaLeft" fmla="*/ 0 w 45000"/>
                    <a:gd name="textAreaRight" fmla="*/ 45720 w 45000"/>
                    <a:gd name="textAreaTop" fmla="*/ 0 h 74160"/>
                    <a:gd name="textAreaBottom" fmla="*/ 74880 h 74160"/>
                  </a:gdLst>
                  <a:ahLst/>
                  <a:rect l="textAreaLeft" t="textAreaTop" r="textAreaRight" b="textAreaBottom"/>
                  <a:pathLst>
                    <a:path w="56979" h="94425">
                      <a:moveTo>
                        <a:pt x="17256" y="52526"/>
                      </a:moveTo>
                      <a:lnTo>
                        <a:pt x="52779" y="52526"/>
                      </a:lnTo>
                      <a:lnTo>
                        <a:pt x="52779" y="38458"/>
                      </a:lnTo>
                      <a:lnTo>
                        <a:pt x="17256" y="38458"/>
                      </a:lnTo>
                      <a:lnTo>
                        <a:pt x="17256" y="14219"/>
                      </a:lnTo>
                      <a:lnTo>
                        <a:pt x="54905" y="14219"/>
                      </a:lnTo>
                      <a:lnTo>
                        <a:pt x="54905" y="0"/>
                      </a:lnTo>
                      <a:lnTo>
                        <a:pt x="0" y="0"/>
                      </a:lnTo>
                      <a:lnTo>
                        <a:pt x="0" y="94426"/>
                      </a:lnTo>
                      <a:lnTo>
                        <a:pt x="56979" y="94426"/>
                      </a:lnTo>
                      <a:lnTo>
                        <a:pt x="56979" y="80257"/>
                      </a:lnTo>
                      <a:lnTo>
                        <a:pt x="17256" y="80257"/>
                      </a:lnTo>
                      <a:lnTo>
                        <a:pt x="17256" y="5252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29880" bIns="2988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  <p:sp>
              <p:nvSpPr>
                <p:cNvPr id="1018" name="Freeform: Shape 44"/>
                <p:cNvSpPr/>
                <p:nvPr/>
              </p:nvSpPr>
              <p:spPr>
                <a:xfrm>
                  <a:off x="1247760" y="4960080"/>
                  <a:ext cx="48240" cy="76680"/>
                </a:xfrm>
                <a:custGeom>
                  <a:avLst/>
                  <a:gdLst>
                    <a:gd name="textAreaLeft" fmla="*/ 0 w 48240"/>
                    <a:gd name="textAreaRight" fmla="*/ 48960 w 48240"/>
                    <a:gd name="textAreaTop" fmla="*/ 0 h 76680"/>
                    <a:gd name="textAreaBottom" fmla="*/ 77400 h 76680"/>
                  </a:gdLst>
                  <a:ahLst/>
                  <a:rect l="textAreaLeft" t="textAreaTop" r="textAreaRight" b="textAreaBottom"/>
                  <a:pathLst>
                    <a:path w="61280" h="97411">
                      <a:moveTo>
                        <a:pt x="36991" y="40938"/>
                      </a:moveTo>
                      <a:cubicBezTo>
                        <a:pt x="24391" y="36131"/>
                        <a:pt x="18926" y="32740"/>
                        <a:pt x="18926" y="25453"/>
                      </a:cubicBezTo>
                      <a:cubicBezTo>
                        <a:pt x="18926" y="19887"/>
                        <a:pt x="23581" y="14068"/>
                        <a:pt x="34511" y="14068"/>
                      </a:cubicBezTo>
                      <a:cubicBezTo>
                        <a:pt x="43367" y="14068"/>
                        <a:pt x="49945" y="16750"/>
                        <a:pt x="53336" y="18571"/>
                      </a:cubicBezTo>
                      <a:lnTo>
                        <a:pt x="57485" y="4655"/>
                      </a:lnTo>
                      <a:cubicBezTo>
                        <a:pt x="52577" y="2176"/>
                        <a:pt x="45087" y="0"/>
                        <a:pt x="34866" y="0"/>
                      </a:cubicBezTo>
                      <a:cubicBezTo>
                        <a:pt x="14422" y="0"/>
                        <a:pt x="1518" y="11639"/>
                        <a:pt x="1518" y="27123"/>
                      </a:cubicBezTo>
                      <a:cubicBezTo>
                        <a:pt x="1518" y="40685"/>
                        <a:pt x="11487" y="49035"/>
                        <a:pt x="27073" y="54550"/>
                      </a:cubicBezTo>
                      <a:cubicBezTo>
                        <a:pt x="39015" y="58902"/>
                        <a:pt x="43772" y="63102"/>
                        <a:pt x="43772" y="70237"/>
                      </a:cubicBezTo>
                      <a:cubicBezTo>
                        <a:pt x="43772" y="77980"/>
                        <a:pt x="37598" y="83141"/>
                        <a:pt x="26617" y="83141"/>
                      </a:cubicBezTo>
                      <a:cubicBezTo>
                        <a:pt x="17863" y="83141"/>
                        <a:pt x="9362" y="80358"/>
                        <a:pt x="3846" y="77119"/>
                      </a:cubicBezTo>
                      <a:lnTo>
                        <a:pt x="0" y="91389"/>
                      </a:lnTo>
                      <a:cubicBezTo>
                        <a:pt x="5162" y="94527"/>
                        <a:pt x="15485" y="97411"/>
                        <a:pt x="25504" y="97411"/>
                      </a:cubicBezTo>
                      <a:cubicBezTo>
                        <a:pt x="49844" y="97411"/>
                        <a:pt x="61280" y="84204"/>
                        <a:pt x="61280" y="69023"/>
                      </a:cubicBezTo>
                      <a:cubicBezTo>
                        <a:pt x="61280" y="55461"/>
                        <a:pt x="53386" y="47213"/>
                        <a:pt x="37042" y="4093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32400" bIns="32400" anchor="ctr">
                  <a:noAutofit/>
                </a:bodyPr>
                <a:p>
                  <a:pPr defTabSz="457200">
                    <a:lnSpc>
                      <a:spcPct val="100000"/>
                    </a:lnSpc>
                  </a:pPr>
                  <a:endParaRPr b="0" lang="en-US" sz="1800" spc="-1" strike="noStrike">
                    <a:solidFill>
                      <a:schemeClr val="dk1"/>
                    </a:solidFill>
                    <a:latin typeface="Calibri Light"/>
                  </a:endParaRPr>
                </a:p>
              </p:txBody>
            </p:sp>
          </p:grpSp>
        </p:grpSp>
        <p:grpSp>
          <p:nvGrpSpPr>
            <p:cNvPr id="1019" name="Graphic 8"/>
            <p:cNvGrpSpPr/>
            <p:nvPr/>
          </p:nvGrpSpPr>
          <p:grpSpPr>
            <a:xfrm>
              <a:off x="8409600" y="4650480"/>
              <a:ext cx="435240" cy="387360"/>
              <a:chOff x="8409600" y="4650480"/>
              <a:chExt cx="435240" cy="387360"/>
            </a:xfrm>
          </p:grpSpPr>
          <p:sp>
            <p:nvSpPr>
              <p:cNvPr id="1020" name="Freeform: Shape 6"/>
              <p:cNvSpPr/>
              <p:nvPr/>
            </p:nvSpPr>
            <p:spPr>
              <a:xfrm>
                <a:off x="8409600" y="492804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160" y="39723"/>
                    </a:lnTo>
                    <a:lnTo>
                      <a:pt x="93160" y="135212"/>
                    </a:lnTo>
                    <a:lnTo>
                      <a:pt x="38711" y="135212"/>
                    </a:lnTo>
                    <a:lnTo>
                      <a:pt x="38711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021" name="Freeform: Shape 7"/>
              <p:cNvSpPr/>
              <p:nvPr/>
            </p:nvSpPr>
            <p:spPr>
              <a:xfrm>
                <a:off x="8503560" y="492804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63" h="135211">
                    <a:moveTo>
                      <a:pt x="79801" y="54651"/>
                    </a:moveTo>
                    <a:lnTo>
                      <a:pt x="52324" y="135212"/>
                    </a:lnTo>
                    <a:lnTo>
                      <a:pt x="0" y="135212"/>
                    </a:lnTo>
                    <a:lnTo>
                      <a:pt x="51312" y="0"/>
                    </a:lnTo>
                    <a:lnTo>
                      <a:pt x="108088" y="0"/>
                    </a:lnTo>
                    <a:lnTo>
                      <a:pt x="160564" y="135212"/>
                    </a:lnTo>
                    <a:lnTo>
                      <a:pt x="107633" y="135212"/>
                    </a:lnTo>
                    <a:lnTo>
                      <a:pt x="79801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022" name="Freeform: Shape 9"/>
              <p:cNvSpPr/>
              <p:nvPr/>
            </p:nvSpPr>
            <p:spPr>
              <a:xfrm>
                <a:off x="8622360" y="4928040"/>
                <a:ext cx="104400" cy="109800"/>
              </a:xfrm>
              <a:custGeom>
                <a:avLst/>
                <a:gdLst>
                  <a:gd name="textAreaLeft" fmla="*/ 0 w 104400"/>
                  <a:gd name="textAreaRight" fmla="*/ 105120 w 10440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30657" h="135211">
                    <a:moveTo>
                      <a:pt x="0" y="0"/>
                    </a:moveTo>
                    <a:lnTo>
                      <a:pt x="130657" y="0"/>
                    </a:lnTo>
                    <a:lnTo>
                      <a:pt x="130657" y="39723"/>
                    </a:lnTo>
                    <a:lnTo>
                      <a:pt x="93211" y="39723"/>
                    </a:lnTo>
                    <a:lnTo>
                      <a:pt x="93211" y="135212"/>
                    </a:lnTo>
                    <a:lnTo>
                      <a:pt x="38762" y="135212"/>
                    </a:lnTo>
                    <a:lnTo>
                      <a:pt x="38762" y="39723"/>
                    </a:lnTo>
                    <a:lnTo>
                      <a:pt x="0" y="39723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023" name="Freeform: Shape 10"/>
              <p:cNvSpPr/>
              <p:nvPr/>
            </p:nvSpPr>
            <p:spPr>
              <a:xfrm>
                <a:off x="8716680" y="4928040"/>
                <a:ext cx="128160" cy="109800"/>
              </a:xfrm>
              <a:custGeom>
                <a:avLst/>
                <a:gdLst>
                  <a:gd name="textAreaLeft" fmla="*/ 0 w 128160"/>
                  <a:gd name="textAreaRight" fmla="*/ 128880 w 128160"/>
                  <a:gd name="textAreaTop" fmla="*/ 0 h 109800"/>
                  <a:gd name="textAreaBottom" fmla="*/ 110520 h 109800"/>
                </a:gdLst>
                <a:ahLst/>
                <a:rect l="textAreaLeft" t="textAreaTop" r="textAreaRight" b="textAreaBottom"/>
                <a:pathLst>
                  <a:path w="160513" h="135211">
                    <a:moveTo>
                      <a:pt x="79750" y="54651"/>
                    </a:moveTo>
                    <a:lnTo>
                      <a:pt x="52273" y="135212"/>
                    </a:lnTo>
                    <a:lnTo>
                      <a:pt x="0" y="135212"/>
                    </a:lnTo>
                    <a:lnTo>
                      <a:pt x="51261" y="0"/>
                    </a:lnTo>
                    <a:lnTo>
                      <a:pt x="108038" y="0"/>
                    </a:lnTo>
                    <a:lnTo>
                      <a:pt x="160513" y="135212"/>
                    </a:lnTo>
                    <a:lnTo>
                      <a:pt x="107633" y="135212"/>
                    </a:lnTo>
                    <a:lnTo>
                      <a:pt x="79750" y="54651"/>
                    </a:ln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024" name="Freeform: Shape 12"/>
              <p:cNvSpPr/>
              <p:nvPr/>
            </p:nvSpPr>
            <p:spPr>
              <a:xfrm>
                <a:off x="8473320" y="4650480"/>
                <a:ext cx="308520" cy="221040"/>
              </a:xfrm>
              <a:custGeom>
                <a:avLst/>
                <a:gdLst>
                  <a:gd name="textAreaLeft" fmla="*/ 0 w 308520"/>
                  <a:gd name="textAreaRight" fmla="*/ 309240 w 308520"/>
                  <a:gd name="textAreaTop" fmla="*/ 0 h 221040"/>
                  <a:gd name="textAreaBottom" fmla="*/ 221760 h 221040"/>
                </a:gdLst>
                <a:ahLst/>
                <a:rect l="textAreaLeft" t="textAreaTop" r="textAreaRight" b="textAreaBottom"/>
                <a:pathLst>
                  <a:path w="384685" h="271536">
                    <a:moveTo>
                      <a:pt x="384584" y="91086"/>
                    </a:moveTo>
                    <a:cubicBezTo>
                      <a:pt x="379727" y="81522"/>
                      <a:pt x="373249" y="72312"/>
                      <a:pt x="365305" y="63709"/>
                    </a:cubicBezTo>
                    <a:cubicBezTo>
                      <a:pt x="347341" y="44328"/>
                      <a:pt x="321988" y="28237"/>
                      <a:pt x="292032" y="17104"/>
                    </a:cubicBezTo>
                    <a:cubicBezTo>
                      <a:pt x="261821" y="5870"/>
                      <a:pt x="227310" y="0"/>
                      <a:pt x="192292" y="0"/>
                    </a:cubicBezTo>
                    <a:cubicBezTo>
                      <a:pt x="157275" y="0"/>
                      <a:pt x="122763" y="5921"/>
                      <a:pt x="92553" y="17104"/>
                    </a:cubicBezTo>
                    <a:cubicBezTo>
                      <a:pt x="62545" y="28237"/>
                      <a:pt x="37194" y="44328"/>
                      <a:pt x="19280" y="63709"/>
                    </a:cubicBezTo>
                    <a:cubicBezTo>
                      <a:pt x="11285" y="72363"/>
                      <a:pt x="4858" y="81522"/>
                      <a:pt x="0" y="91136"/>
                    </a:cubicBezTo>
                    <a:cubicBezTo>
                      <a:pt x="39015" y="81724"/>
                      <a:pt x="105811" y="69225"/>
                      <a:pt x="167800" y="67909"/>
                    </a:cubicBezTo>
                    <a:cubicBezTo>
                      <a:pt x="173772" y="67758"/>
                      <a:pt x="177921" y="69681"/>
                      <a:pt x="180603" y="73122"/>
                    </a:cubicBezTo>
                    <a:cubicBezTo>
                      <a:pt x="183893" y="77271"/>
                      <a:pt x="183639" y="92199"/>
                      <a:pt x="183589" y="98879"/>
                    </a:cubicBezTo>
                    <a:lnTo>
                      <a:pt x="181818" y="271334"/>
                    </a:lnTo>
                    <a:cubicBezTo>
                      <a:pt x="185309" y="271436"/>
                      <a:pt x="188801" y="271537"/>
                      <a:pt x="192343" y="271537"/>
                    </a:cubicBezTo>
                    <a:cubicBezTo>
                      <a:pt x="195885" y="271537"/>
                      <a:pt x="199427" y="271486"/>
                      <a:pt x="202919" y="271334"/>
                    </a:cubicBezTo>
                    <a:lnTo>
                      <a:pt x="201148" y="98879"/>
                    </a:lnTo>
                    <a:cubicBezTo>
                      <a:pt x="201047" y="92199"/>
                      <a:pt x="200794" y="77271"/>
                      <a:pt x="204134" y="73122"/>
                    </a:cubicBezTo>
                    <a:cubicBezTo>
                      <a:pt x="206866" y="69681"/>
                      <a:pt x="210965" y="67758"/>
                      <a:pt x="216936" y="67909"/>
                    </a:cubicBezTo>
                    <a:cubicBezTo>
                      <a:pt x="278925" y="69225"/>
                      <a:pt x="345671" y="81674"/>
                      <a:pt x="384686" y="91086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025" name="Freeform: Shape 13"/>
              <p:cNvSpPr/>
              <p:nvPr/>
            </p:nvSpPr>
            <p:spPr>
              <a:xfrm>
                <a:off x="8656920" y="472896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288">
                    <a:moveTo>
                      <a:pt x="164219" y="17592"/>
                    </a:moveTo>
                    <a:cubicBezTo>
                      <a:pt x="107089" y="4688"/>
                      <a:pt x="68934" y="2310"/>
                      <a:pt x="31284" y="184"/>
                    </a:cubicBezTo>
                    <a:cubicBezTo>
                      <a:pt x="-1506" y="-1637"/>
                      <a:pt x="-1962" y="10103"/>
                      <a:pt x="1328" y="32469"/>
                    </a:cubicBezTo>
                    <a:cubicBezTo>
                      <a:pt x="1530" y="33836"/>
                      <a:pt x="1783" y="35556"/>
                      <a:pt x="2137" y="37530"/>
                    </a:cubicBezTo>
                    <a:cubicBezTo>
                      <a:pt x="13118" y="102706"/>
                      <a:pt x="26831" y="158775"/>
                      <a:pt x="29210" y="168288"/>
                    </a:cubicBezTo>
                    <a:cubicBezTo>
                      <a:pt x="109213" y="150020"/>
                      <a:pt x="166901" y="99316"/>
                      <a:pt x="166901" y="39807"/>
                    </a:cubicBezTo>
                    <a:cubicBezTo>
                      <a:pt x="166901" y="32317"/>
                      <a:pt x="165990" y="24879"/>
                      <a:pt x="164219" y="17592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  <p:sp>
            <p:nvSpPr>
              <p:cNvPr id="1026" name="Freeform: Shape 15"/>
              <p:cNvSpPr/>
              <p:nvPr/>
            </p:nvSpPr>
            <p:spPr>
              <a:xfrm>
                <a:off x="8464320" y="4728960"/>
                <a:ext cx="133200" cy="136800"/>
              </a:xfrm>
              <a:custGeom>
                <a:avLst/>
                <a:gdLst>
                  <a:gd name="textAreaLeft" fmla="*/ 0 w 133200"/>
                  <a:gd name="textAreaRight" fmla="*/ 133920 w 133200"/>
                  <a:gd name="textAreaTop" fmla="*/ 0 h 136800"/>
                  <a:gd name="textAreaBottom" fmla="*/ 137520 h 136800"/>
                </a:gdLst>
                <a:ahLst/>
                <a:rect l="textAreaLeft" t="textAreaTop" r="textAreaRight" b="textAreaBottom"/>
                <a:pathLst>
                  <a:path w="166901" h="168389">
                    <a:moveTo>
                      <a:pt x="165574" y="32469"/>
                    </a:moveTo>
                    <a:cubicBezTo>
                      <a:pt x="168863" y="10103"/>
                      <a:pt x="168408" y="-1637"/>
                      <a:pt x="135616" y="184"/>
                    </a:cubicBezTo>
                    <a:cubicBezTo>
                      <a:pt x="97968" y="2259"/>
                      <a:pt x="59813" y="4638"/>
                      <a:pt x="2631" y="17592"/>
                    </a:cubicBezTo>
                    <a:cubicBezTo>
                      <a:pt x="911" y="24879"/>
                      <a:pt x="0" y="32317"/>
                      <a:pt x="0" y="39807"/>
                    </a:cubicBezTo>
                    <a:cubicBezTo>
                      <a:pt x="0" y="65564"/>
                      <a:pt x="10475" y="90461"/>
                      <a:pt x="30261" y="111815"/>
                    </a:cubicBezTo>
                    <a:cubicBezTo>
                      <a:pt x="48225" y="131196"/>
                      <a:pt x="73577" y="147339"/>
                      <a:pt x="103534" y="158421"/>
                    </a:cubicBezTo>
                    <a:cubicBezTo>
                      <a:pt x="114414" y="162469"/>
                      <a:pt x="125850" y="165758"/>
                      <a:pt x="137640" y="168389"/>
                    </a:cubicBezTo>
                    <a:cubicBezTo>
                      <a:pt x="139867" y="159483"/>
                      <a:pt x="153885" y="102200"/>
                      <a:pt x="165017" y="35860"/>
                    </a:cubicBezTo>
                    <a:cubicBezTo>
                      <a:pt x="165220" y="34595"/>
                      <a:pt x="165371" y="33431"/>
                      <a:pt x="165523" y="32469"/>
                    </a:cubicBezTo>
                  </a:path>
                </a:pathLst>
              </a:custGeom>
              <a:solidFill>
                <a:schemeClr val="tx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00000"/>
                  </a:lnSpc>
                </a:pPr>
                <a:endParaRPr b="0" lang="en-US" sz="1800" spc="-1" strike="noStrike">
                  <a:solidFill>
                    <a:schemeClr val="dk1"/>
                  </a:solidFill>
                  <a:latin typeface="Calibri Light"/>
                </a:endParaRPr>
              </a:p>
            </p:txBody>
          </p:sp>
        </p:grpSp>
      </p:grpSp>
      <p:sp>
        <p:nvSpPr>
          <p:cNvPr id="1027" name="Oval 8"/>
          <p:cNvSpPr/>
          <p:nvPr/>
        </p:nvSpPr>
        <p:spPr>
          <a:xfrm>
            <a:off x="5403960" y="246960"/>
            <a:ext cx="3160440" cy="3160440"/>
          </a:xfrm>
          <a:prstGeom prst="ellipse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600" spc="-1" strike="noStrike">
              <a:solidFill>
                <a:schemeClr val="lt1"/>
              </a:solidFill>
              <a:latin typeface="Calibri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title"/>
          </p:nvPr>
        </p:nvSpPr>
        <p:spPr>
          <a:xfrm>
            <a:off x="281160" y="1582560"/>
            <a:ext cx="723276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R&amp;I Interns Day – Evaluation Metrics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PlaceHolder 1"/>
          <p:cNvSpPr>
            <a:spLocks noGrp="1"/>
          </p:cNvSpPr>
          <p:nvPr>
            <p:ph type="ftr" idx="20"/>
          </p:nvPr>
        </p:nvSpPr>
        <p:spPr>
          <a:xfrm>
            <a:off x="4055400" y="4956840"/>
            <a:ext cx="1603080" cy="126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68760" rIns="68760" tIns="34200" bIns="3420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595959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595959"/>
                </a:solidFill>
                <a:latin typeface="Calibri"/>
              </a:rPr>
              <a:t>TCS Internal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6" name="Oval 4"/>
          <p:cNvSpPr/>
          <p:nvPr/>
        </p:nvSpPr>
        <p:spPr>
          <a:xfrm>
            <a:off x="3218400" y="1254240"/>
            <a:ext cx="2605320" cy="24681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Segoe UI"/>
            </a:endParaRPr>
          </a:p>
        </p:txBody>
      </p:sp>
      <p:cxnSp>
        <p:nvCxnSpPr>
          <p:cNvPr id="1037" name="Straight Connector 5"/>
          <p:cNvCxnSpPr/>
          <p:nvPr/>
        </p:nvCxnSpPr>
        <p:spPr>
          <a:xfrm>
            <a:off x="4572000" y="684000"/>
            <a:ext cx="720" cy="986760"/>
          </a:xfrm>
          <a:prstGeom prst="straightConnector1">
            <a:avLst/>
          </a:prstGeom>
          <a:ln cap="rnd" w="38100">
            <a:solidFill>
              <a:srgbClr val="f6f9fc">
                <a:alpha val="0"/>
              </a:srgbClr>
            </a:solidFill>
            <a:round/>
          </a:ln>
        </p:spPr>
      </p:cxnSp>
      <p:sp>
        <p:nvSpPr>
          <p:cNvPr id="1038" name="PlaceHolder 2"/>
          <p:cNvSpPr>
            <a:spLocks noGrp="1"/>
          </p:cNvSpPr>
          <p:nvPr>
            <p:ph type="title"/>
          </p:nvPr>
        </p:nvSpPr>
        <p:spPr>
          <a:xfrm>
            <a:off x="456840" y="123120"/>
            <a:ext cx="8226720" cy="53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R&amp;I Interns Day – Evaluation Metrics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39" name="Group 9"/>
          <p:cNvGrpSpPr/>
          <p:nvPr/>
        </p:nvGrpSpPr>
        <p:grpSpPr>
          <a:xfrm>
            <a:off x="3779640" y="1617120"/>
            <a:ext cx="1584720" cy="1920600"/>
            <a:chOff x="3779640" y="1617120"/>
            <a:chExt cx="1584720" cy="1920600"/>
          </a:xfrm>
        </p:grpSpPr>
        <p:grpSp>
          <p:nvGrpSpPr>
            <p:cNvPr id="1040" name="Group 10"/>
            <p:cNvGrpSpPr/>
            <p:nvPr/>
          </p:nvGrpSpPr>
          <p:grpSpPr>
            <a:xfrm>
              <a:off x="4082040" y="1617120"/>
              <a:ext cx="983160" cy="1382040"/>
              <a:chOff x="4082040" y="1617120"/>
              <a:chExt cx="983160" cy="1382040"/>
            </a:xfrm>
          </p:grpSpPr>
          <p:sp>
            <p:nvSpPr>
              <p:cNvPr id="1041" name="Rectangle: Rounded Corners 26"/>
              <p:cNvSpPr/>
              <p:nvPr/>
            </p:nvSpPr>
            <p:spPr>
              <a:xfrm rot="10800000">
                <a:off x="4424760" y="1617120"/>
                <a:ext cx="298080" cy="223560"/>
              </a:xfrm>
              <a:prstGeom prst="roundRect">
                <a:avLst>
                  <a:gd name="adj" fmla="val 2577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grpSp>
            <p:nvGrpSpPr>
              <p:cNvPr id="1042" name="Group 29"/>
              <p:cNvGrpSpPr/>
              <p:nvPr/>
            </p:nvGrpSpPr>
            <p:grpSpPr>
              <a:xfrm>
                <a:off x="4082040" y="1703160"/>
                <a:ext cx="983160" cy="1296000"/>
                <a:chOff x="4082040" y="1703160"/>
                <a:chExt cx="983160" cy="1296000"/>
              </a:xfrm>
            </p:grpSpPr>
            <p:sp>
              <p:nvSpPr>
                <p:cNvPr id="1043" name="Freeform 14"/>
                <p:cNvSpPr/>
                <p:nvPr/>
              </p:nvSpPr>
              <p:spPr>
                <a:xfrm rot="10800000">
                  <a:off x="4082040" y="2007360"/>
                  <a:ext cx="983160" cy="991800"/>
                </a:xfrm>
                <a:custGeom>
                  <a:avLst/>
                  <a:gdLst>
                    <a:gd name="textAreaLeft" fmla="*/ 0 w 983160"/>
                    <a:gd name="textAreaRight" fmla="*/ 983880 w 983160"/>
                    <a:gd name="textAreaTop" fmla="*/ 0 h 991800"/>
                    <a:gd name="textAreaBottom" fmla="*/ 992520 h 991800"/>
                  </a:gdLst>
                  <a:ahLst/>
                  <a:rect l="textAreaLeft" t="textAreaTop" r="textAreaRight" b="textAreaBottom"/>
                  <a:pathLst>
                    <a:path w="1297" h="1309">
                      <a:moveTo>
                        <a:pt x="222" y="1147"/>
                      </a:moveTo>
                      <a:cubicBezTo>
                        <a:pt x="273" y="1194"/>
                        <a:pt x="316" y="1250"/>
                        <a:pt x="346" y="1309"/>
                      </a:cubicBezTo>
                      <a:cubicBezTo>
                        <a:pt x="930" y="1309"/>
                        <a:pt x="930" y="1309"/>
                        <a:pt x="930" y="1309"/>
                      </a:cubicBezTo>
                      <a:cubicBezTo>
                        <a:pt x="960" y="1250"/>
                        <a:pt x="1003" y="1190"/>
                        <a:pt x="1054" y="1147"/>
                      </a:cubicBezTo>
                      <a:cubicBezTo>
                        <a:pt x="1207" y="1015"/>
                        <a:pt x="1297" y="806"/>
                        <a:pt x="1263" y="580"/>
                      </a:cubicBezTo>
                      <a:cubicBezTo>
                        <a:pt x="1225" y="298"/>
                        <a:pt x="990" y="72"/>
                        <a:pt x="708" y="42"/>
                      </a:cubicBezTo>
                      <a:cubicBezTo>
                        <a:pt x="324" y="0"/>
                        <a:pt x="0" y="298"/>
                        <a:pt x="0" y="674"/>
                      </a:cubicBezTo>
                      <a:cubicBezTo>
                        <a:pt x="4" y="861"/>
                        <a:pt x="90" y="1032"/>
                        <a:pt x="222" y="114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fdd085"/>
                    </a:gs>
                    <a:gs pos="100000">
                      <a:srgbClr val="fbb034"/>
                    </a:gs>
                  </a:gsLst>
                  <a:lin ang="27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8760" rIns="68760" tIns="34200" bIns="342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IN" sz="1800" spc="-1" strike="noStrike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44" name="Freeform 36"/>
                <p:cNvSpPr/>
                <p:nvPr/>
              </p:nvSpPr>
              <p:spPr>
                <a:xfrm rot="10800000">
                  <a:off x="4372200" y="1998000"/>
                  <a:ext cx="402480" cy="475200"/>
                </a:xfrm>
                <a:custGeom>
                  <a:avLst/>
                  <a:gdLst>
                    <a:gd name="textAreaLeft" fmla="*/ 0 w 402480"/>
                    <a:gd name="textAreaRight" fmla="*/ 403200 w 402480"/>
                    <a:gd name="textAreaTop" fmla="*/ 0 h 475200"/>
                    <a:gd name="textAreaBottom" fmla="*/ 475920 h 475200"/>
                  </a:gdLst>
                  <a:ahLst/>
                  <a:rect l="textAreaLeft" t="textAreaTop" r="textAreaRight" b="textAreaBottom"/>
                  <a:pathLst>
                    <a:path w="520" h="615">
                      <a:moveTo>
                        <a:pt x="426" y="5"/>
                      </a:moveTo>
                      <a:cubicBezTo>
                        <a:pt x="375" y="5"/>
                        <a:pt x="332" y="47"/>
                        <a:pt x="332" y="98"/>
                      </a:cubicBezTo>
                      <a:cubicBezTo>
                        <a:pt x="332" y="154"/>
                        <a:pt x="332" y="154"/>
                        <a:pt x="332" y="154"/>
                      </a:cubicBezTo>
                      <a:cubicBezTo>
                        <a:pt x="260" y="154"/>
                        <a:pt x="260" y="154"/>
                        <a:pt x="260" y="154"/>
                      </a:cubicBezTo>
                      <a:cubicBezTo>
                        <a:pt x="187" y="154"/>
                        <a:pt x="187" y="154"/>
                        <a:pt x="187" y="154"/>
                      </a:cubicBezTo>
                      <a:cubicBezTo>
                        <a:pt x="187" y="94"/>
                        <a:pt x="187" y="94"/>
                        <a:pt x="187" y="94"/>
                      </a:cubicBezTo>
                      <a:cubicBezTo>
                        <a:pt x="187" y="43"/>
                        <a:pt x="145" y="0"/>
                        <a:pt x="94" y="0"/>
                      </a:cubicBezTo>
                      <a:cubicBezTo>
                        <a:pt x="42" y="0"/>
                        <a:pt x="0" y="43"/>
                        <a:pt x="0" y="94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0" y="150"/>
                        <a:pt x="42" y="192"/>
                        <a:pt x="94" y="192"/>
                      </a:cubicBezTo>
                      <a:cubicBezTo>
                        <a:pt x="149" y="192"/>
                        <a:pt x="149" y="192"/>
                        <a:pt x="149" y="192"/>
                      </a:cubicBezTo>
                      <a:cubicBezTo>
                        <a:pt x="149" y="610"/>
                        <a:pt x="149" y="610"/>
                        <a:pt x="149" y="610"/>
                      </a:cubicBezTo>
                      <a:cubicBezTo>
                        <a:pt x="187" y="610"/>
                        <a:pt x="187" y="610"/>
                        <a:pt x="187" y="610"/>
                      </a:cubicBezTo>
                      <a:cubicBezTo>
                        <a:pt x="187" y="197"/>
                        <a:pt x="187" y="197"/>
                        <a:pt x="187" y="197"/>
                      </a:cubicBezTo>
                      <a:cubicBezTo>
                        <a:pt x="260" y="197"/>
                        <a:pt x="260" y="197"/>
                        <a:pt x="260" y="197"/>
                      </a:cubicBezTo>
                      <a:cubicBezTo>
                        <a:pt x="332" y="197"/>
                        <a:pt x="332" y="197"/>
                        <a:pt x="332" y="197"/>
                      </a:cubicBezTo>
                      <a:cubicBezTo>
                        <a:pt x="332" y="615"/>
                        <a:pt x="332" y="615"/>
                        <a:pt x="332" y="615"/>
                      </a:cubicBezTo>
                      <a:cubicBezTo>
                        <a:pt x="371" y="615"/>
                        <a:pt x="371" y="615"/>
                        <a:pt x="371" y="615"/>
                      </a:cubicBezTo>
                      <a:cubicBezTo>
                        <a:pt x="371" y="197"/>
                        <a:pt x="371" y="197"/>
                        <a:pt x="371" y="197"/>
                      </a:cubicBezTo>
                      <a:cubicBezTo>
                        <a:pt x="426" y="197"/>
                        <a:pt x="426" y="197"/>
                        <a:pt x="426" y="197"/>
                      </a:cubicBezTo>
                      <a:cubicBezTo>
                        <a:pt x="478" y="197"/>
                        <a:pt x="520" y="154"/>
                        <a:pt x="520" y="103"/>
                      </a:cubicBezTo>
                      <a:cubicBezTo>
                        <a:pt x="520" y="98"/>
                        <a:pt x="520" y="98"/>
                        <a:pt x="520" y="98"/>
                      </a:cubicBezTo>
                      <a:cubicBezTo>
                        <a:pt x="520" y="47"/>
                        <a:pt x="478" y="5"/>
                        <a:pt x="426" y="5"/>
                      </a:cubicBezTo>
                      <a:close/>
                      <a:moveTo>
                        <a:pt x="149" y="154"/>
                      </a:moveTo>
                      <a:cubicBezTo>
                        <a:pt x="94" y="154"/>
                        <a:pt x="94" y="154"/>
                        <a:pt x="94" y="154"/>
                      </a:cubicBezTo>
                      <a:cubicBezTo>
                        <a:pt x="64" y="154"/>
                        <a:pt x="38" y="128"/>
                        <a:pt x="38" y="98"/>
                      </a:cubicBezTo>
                      <a:cubicBezTo>
                        <a:pt x="38" y="94"/>
                        <a:pt x="38" y="94"/>
                        <a:pt x="38" y="94"/>
                      </a:cubicBezTo>
                      <a:cubicBezTo>
                        <a:pt x="38" y="64"/>
                        <a:pt x="64" y="39"/>
                        <a:pt x="94" y="39"/>
                      </a:cubicBezTo>
                      <a:cubicBezTo>
                        <a:pt x="123" y="39"/>
                        <a:pt x="149" y="64"/>
                        <a:pt x="149" y="94"/>
                      </a:cubicBezTo>
                      <a:lnTo>
                        <a:pt x="149" y="154"/>
                      </a:lnTo>
                      <a:close/>
                      <a:moveTo>
                        <a:pt x="478" y="103"/>
                      </a:moveTo>
                      <a:cubicBezTo>
                        <a:pt x="478" y="133"/>
                        <a:pt x="452" y="158"/>
                        <a:pt x="422" y="158"/>
                      </a:cubicBezTo>
                      <a:cubicBezTo>
                        <a:pt x="367" y="158"/>
                        <a:pt x="367" y="158"/>
                        <a:pt x="367" y="158"/>
                      </a:cubicBezTo>
                      <a:cubicBezTo>
                        <a:pt x="367" y="98"/>
                        <a:pt x="367" y="98"/>
                        <a:pt x="367" y="98"/>
                      </a:cubicBezTo>
                      <a:cubicBezTo>
                        <a:pt x="367" y="69"/>
                        <a:pt x="392" y="43"/>
                        <a:pt x="422" y="43"/>
                      </a:cubicBezTo>
                      <a:cubicBezTo>
                        <a:pt x="452" y="43"/>
                        <a:pt x="478" y="69"/>
                        <a:pt x="478" y="98"/>
                      </a:cubicBezTo>
                      <a:lnTo>
                        <a:pt x="478" y="103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8760" rIns="68760" tIns="34200" bIns="3420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IN" sz="1800" spc="-1" strike="noStrike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grpSp>
              <p:nvGrpSpPr>
                <p:cNvPr id="1045" name="Group 41"/>
                <p:cNvGrpSpPr/>
                <p:nvPr/>
              </p:nvGrpSpPr>
              <p:grpSpPr>
                <a:xfrm>
                  <a:off x="4299120" y="1703160"/>
                  <a:ext cx="561960" cy="312480"/>
                  <a:chOff x="4299120" y="1703160"/>
                  <a:chExt cx="561960" cy="312480"/>
                </a:xfrm>
              </p:grpSpPr>
              <p:sp>
                <p:nvSpPr>
                  <p:cNvPr id="1046" name="Freeform 15"/>
                  <p:cNvSpPr/>
                  <p:nvPr/>
                </p:nvSpPr>
                <p:spPr>
                  <a:xfrm rot="10800000">
                    <a:off x="4357440" y="1703160"/>
                    <a:ext cx="445320" cy="222120"/>
                  </a:xfrm>
                  <a:custGeom>
                    <a:avLst/>
                    <a:gdLst>
                      <a:gd name="textAreaLeft" fmla="*/ 0 w 445320"/>
                      <a:gd name="textAreaRight" fmla="*/ 446040 w 445320"/>
                      <a:gd name="textAreaTop" fmla="*/ 0 h 222120"/>
                      <a:gd name="textAreaBottom" fmla="*/ 222840 h 222120"/>
                    </a:gdLst>
                    <a:ahLst/>
                    <a:rect l="textAreaLeft" t="textAreaTop" r="textAreaRight" b="textAreaBottom"/>
                    <a:pathLst>
                      <a:path w="588" h="294">
                        <a:moveTo>
                          <a:pt x="588" y="205"/>
                        </a:moveTo>
                        <a:cubicBezTo>
                          <a:pt x="588" y="0"/>
                          <a:pt x="588" y="0"/>
                          <a:pt x="588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05"/>
                          <a:pt x="0" y="205"/>
                          <a:pt x="0" y="205"/>
                        </a:cubicBezTo>
                        <a:cubicBezTo>
                          <a:pt x="0" y="252"/>
                          <a:pt x="38" y="294"/>
                          <a:pt x="89" y="294"/>
                        </a:cubicBezTo>
                        <a:cubicBezTo>
                          <a:pt x="503" y="294"/>
                          <a:pt x="503" y="294"/>
                          <a:pt x="503" y="294"/>
                        </a:cubicBezTo>
                        <a:cubicBezTo>
                          <a:pt x="550" y="290"/>
                          <a:pt x="588" y="252"/>
                          <a:pt x="588" y="205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75000"/>
                      <a:lumOff val="25000"/>
                    </a:scheme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68760" rIns="68760" tIns="34200" bIns="342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IN" sz="1800" spc="-1" strike="noStrike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1047" name="Freeform 16"/>
                  <p:cNvSpPr/>
                  <p:nvPr/>
                </p:nvSpPr>
                <p:spPr>
                  <a:xfrm rot="10800000">
                    <a:off x="4299120" y="1926000"/>
                    <a:ext cx="561960" cy="89640"/>
                  </a:xfrm>
                  <a:custGeom>
                    <a:avLst/>
                    <a:gdLst>
                      <a:gd name="textAreaLeft" fmla="*/ 0 w 561960"/>
                      <a:gd name="textAreaRight" fmla="*/ 562680 w 561960"/>
                      <a:gd name="textAreaTop" fmla="*/ 0 h 89640"/>
                      <a:gd name="textAreaBottom" fmla="*/ 90360 h 89640"/>
                    </a:gdLst>
                    <a:ahLst/>
                    <a:rect l="textAreaLeft" t="textAreaTop" r="textAreaRight" b="textAreaBottom"/>
                    <a:pathLst>
                      <a:path w="742" h="119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5"/>
                          <a:pt x="0" y="59"/>
                        </a:cubicBezTo>
                        <a:cubicBezTo>
                          <a:pt x="0" y="59"/>
                          <a:pt x="0" y="59"/>
                          <a:pt x="0" y="59"/>
                        </a:cubicBezTo>
                        <a:cubicBezTo>
                          <a:pt x="0" y="93"/>
                          <a:pt x="25" y="119"/>
                          <a:pt x="60" y="119"/>
                        </a:cubicBezTo>
                        <a:cubicBezTo>
                          <a:pt x="682" y="119"/>
                          <a:pt x="682" y="119"/>
                          <a:pt x="682" y="119"/>
                        </a:cubicBezTo>
                        <a:cubicBezTo>
                          <a:pt x="717" y="119"/>
                          <a:pt x="742" y="93"/>
                          <a:pt x="742" y="59"/>
                        </a:cubicBezTo>
                        <a:cubicBezTo>
                          <a:pt x="742" y="59"/>
                          <a:pt x="742" y="59"/>
                          <a:pt x="742" y="59"/>
                        </a:cubicBezTo>
                        <a:cubicBezTo>
                          <a:pt x="742" y="25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68760" rIns="68760" tIns="34200" bIns="342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IN" sz="1800" spc="-1" strike="noStrike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1048" name="Freeform 17"/>
                  <p:cNvSpPr/>
                  <p:nvPr/>
                </p:nvSpPr>
                <p:spPr>
                  <a:xfrm rot="10800000">
                    <a:off x="4299120" y="1786320"/>
                    <a:ext cx="561960" cy="90360"/>
                  </a:xfrm>
                  <a:custGeom>
                    <a:avLst/>
                    <a:gdLst>
                      <a:gd name="textAreaLeft" fmla="*/ 0 w 561960"/>
                      <a:gd name="textAreaRight" fmla="*/ 562680 w 561960"/>
                      <a:gd name="textAreaTop" fmla="*/ 0 h 90360"/>
                      <a:gd name="textAreaBottom" fmla="*/ 91080 h 90360"/>
                    </a:gdLst>
                    <a:ahLst/>
                    <a:rect l="textAreaLeft" t="textAreaTop" r="textAreaRight" b="textAreaBottom"/>
                    <a:pathLst>
                      <a:path w="742" h="120">
                        <a:moveTo>
                          <a:pt x="682" y="0"/>
                        </a:moveTo>
                        <a:cubicBezTo>
                          <a:pt x="60" y="0"/>
                          <a:pt x="60" y="0"/>
                          <a:pt x="60" y="0"/>
                        </a:cubicBezTo>
                        <a:cubicBezTo>
                          <a:pt x="25" y="0"/>
                          <a:pt x="0" y="26"/>
                          <a:pt x="0" y="60"/>
                        </a:cubicBezTo>
                        <a:cubicBezTo>
                          <a:pt x="0" y="60"/>
                          <a:pt x="0" y="60"/>
                          <a:pt x="0" y="60"/>
                        </a:cubicBezTo>
                        <a:cubicBezTo>
                          <a:pt x="0" y="94"/>
                          <a:pt x="25" y="120"/>
                          <a:pt x="60" y="120"/>
                        </a:cubicBezTo>
                        <a:cubicBezTo>
                          <a:pt x="682" y="120"/>
                          <a:pt x="682" y="120"/>
                          <a:pt x="682" y="120"/>
                        </a:cubicBezTo>
                        <a:cubicBezTo>
                          <a:pt x="717" y="120"/>
                          <a:pt x="742" y="94"/>
                          <a:pt x="742" y="60"/>
                        </a:cubicBezTo>
                        <a:cubicBezTo>
                          <a:pt x="742" y="60"/>
                          <a:pt x="742" y="60"/>
                          <a:pt x="742" y="60"/>
                        </a:cubicBezTo>
                        <a:cubicBezTo>
                          <a:pt x="742" y="30"/>
                          <a:pt x="712" y="0"/>
                          <a:pt x="682" y="0"/>
                        </a:cubicBezTo>
                        <a:close/>
                      </a:path>
                    </a:pathLst>
                  </a:custGeom>
                  <a:solidFill>
                    <a:schemeClr val="tx1">
                      <a:lumMod val="85000"/>
                      <a:lumOff val="15000"/>
                    </a:schemeClr>
                  </a:solidFill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numCol="1" spcCol="0" lIns="68760" rIns="68760" tIns="34200" bIns="34200" anchor="t">
                    <a:noAutofit/>
                  </a:bodyPr>
                  <a:p>
                    <a:pPr defTabSz="914400">
                      <a:lnSpc>
                        <a:spcPct val="100000"/>
                      </a:lnSpc>
                    </a:pPr>
                    <a:endParaRPr b="0" lang="en-IN" sz="1800" spc="-1" strike="noStrike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</p:grpSp>
          </p:grpSp>
        </p:grpSp>
        <p:sp>
          <p:nvSpPr>
            <p:cNvPr id="1049" name="Freeform: Shape 11"/>
            <p:cNvSpPr/>
            <p:nvPr/>
          </p:nvSpPr>
          <p:spPr>
            <a:xfrm rot="10800000">
              <a:off x="4678560" y="2505240"/>
              <a:ext cx="246240" cy="30924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309240"/>
                <a:gd name="textAreaBottom" fmla="*/ 309960 h 309240"/>
              </a:gdLst>
              <a:ahLst/>
              <a:rect l="textAreaLeft" t="textAreaTop" r="textAreaRight" b="textAreaBottom"/>
              <a:pathLst>
                <a:path w="648007" h="813076">
                  <a:moveTo>
                    <a:pt x="0" y="813076"/>
                  </a:moveTo>
                  <a:cubicBezTo>
                    <a:pt x="19429" y="200237"/>
                    <a:pt x="483292" y="7257"/>
                    <a:pt x="648007" y="0"/>
                  </a:cubicBezTo>
                </a:path>
              </a:pathLst>
            </a:custGeom>
            <a:noFill/>
            <a:ln cap="rnd" w="127000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rgbClr val="ffffff"/>
                </a:solidFill>
                <a:latin typeface="Segoe UI"/>
              </a:endParaRPr>
            </a:p>
          </p:txBody>
        </p:sp>
        <p:grpSp>
          <p:nvGrpSpPr>
            <p:cNvPr id="1050" name="Group 12"/>
            <p:cNvGrpSpPr/>
            <p:nvPr/>
          </p:nvGrpSpPr>
          <p:grpSpPr>
            <a:xfrm>
              <a:off x="3779640" y="2854800"/>
              <a:ext cx="1584720" cy="682920"/>
              <a:chOff x="3779640" y="2854800"/>
              <a:chExt cx="1584720" cy="682920"/>
            </a:xfrm>
          </p:grpSpPr>
          <p:cxnSp>
            <p:nvCxnSpPr>
              <p:cNvPr id="1051" name="Straight Connector 13"/>
              <p:cNvCxnSpPr/>
              <p:nvPr/>
            </p:nvCxnSpPr>
            <p:spPr>
              <a:xfrm flipV="1">
                <a:off x="4585320" y="3216600"/>
                <a:ext cx="720" cy="321480"/>
              </a:xfrm>
              <a:prstGeom prst="straightConnector1">
                <a:avLst/>
              </a:prstGeom>
              <a:ln cap="rnd" w="38100">
                <a:solidFill>
                  <a:srgbClr val="262626"/>
                </a:solidFill>
                <a:round/>
              </a:ln>
            </p:spPr>
          </p:cxnSp>
          <p:grpSp>
            <p:nvGrpSpPr>
              <p:cNvPr id="1052" name="Group 14"/>
              <p:cNvGrpSpPr/>
              <p:nvPr/>
            </p:nvGrpSpPr>
            <p:grpSpPr>
              <a:xfrm>
                <a:off x="4818240" y="2854800"/>
                <a:ext cx="546120" cy="521640"/>
                <a:chOff x="4818240" y="2854800"/>
                <a:chExt cx="546120" cy="521640"/>
              </a:xfrm>
            </p:grpSpPr>
            <p:cxnSp>
              <p:nvCxnSpPr>
                <p:cNvPr id="1053" name="Straight Connector 20"/>
                <p:cNvCxnSpPr/>
                <p:nvPr/>
              </p:nvCxnSpPr>
              <p:spPr>
                <a:xfrm flipH="1" flipV="1">
                  <a:off x="5024160" y="3054960"/>
                  <a:ext cx="231120" cy="231120"/>
                </a:xfrm>
                <a:prstGeom prst="straightConnector1">
                  <a:avLst/>
                </a:prstGeom>
                <a:ln cap="rnd" w="38100">
                  <a:solidFill>
                    <a:srgbClr val="262626"/>
                  </a:solidFill>
                  <a:round/>
                </a:ln>
              </p:spPr>
            </p:cxnSp>
            <p:cxnSp>
              <p:nvCxnSpPr>
                <p:cNvPr id="1054" name="Straight Connector 23"/>
                <p:cNvCxnSpPr/>
                <p:nvPr/>
              </p:nvCxnSpPr>
              <p:spPr>
                <a:xfrm>
                  <a:off x="5214600" y="2854800"/>
                  <a:ext cx="150120" cy="112680"/>
                </a:xfrm>
                <a:prstGeom prst="straightConnector1">
                  <a:avLst/>
                </a:prstGeom>
                <a:ln cap="rnd" w="38100">
                  <a:solidFill>
                    <a:srgbClr val="262626"/>
                  </a:solidFill>
                  <a:round/>
                </a:ln>
              </p:spPr>
            </p:cxnSp>
            <p:cxnSp>
              <p:nvCxnSpPr>
                <p:cNvPr id="1055" name="Straight Connector 25"/>
                <p:cNvCxnSpPr/>
                <p:nvPr/>
              </p:nvCxnSpPr>
              <p:spPr>
                <a:xfrm>
                  <a:off x="4818240" y="3208320"/>
                  <a:ext cx="78480" cy="168480"/>
                </a:xfrm>
                <a:prstGeom prst="straightConnector1">
                  <a:avLst/>
                </a:prstGeom>
                <a:ln cap="rnd" w="38100">
                  <a:solidFill>
                    <a:srgbClr val="262626"/>
                  </a:solidFill>
                  <a:round/>
                </a:ln>
              </p:spPr>
            </p:cxnSp>
          </p:grpSp>
          <p:grpSp>
            <p:nvGrpSpPr>
              <p:cNvPr id="1056" name="Group 15"/>
              <p:cNvGrpSpPr/>
              <p:nvPr/>
            </p:nvGrpSpPr>
            <p:grpSpPr>
              <a:xfrm>
                <a:off x="3779640" y="2854800"/>
                <a:ext cx="546120" cy="521640"/>
                <a:chOff x="3779640" y="2854800"/>
                <a:chExt cx="546120" cy="521640"/>
              </a:xfrm>
            </p:grpSpPr>
            <p:cxnSp>
              <p:nvCxnSpPr>
                <p:cNvPr id="1057" name="Straight Connector 16"/>
                <p:cNvCxnSpPr/>
                <p:nvPr/>
              </p:nvCxnSpPr>
              <p:spPr>
                <a:xfrm flipV="1">
                  <a:off x="3889080" y="3054960"/>
                  <a:ext cx="231120" cy="231120"/>
                </a:xfrm>
                <a:prstGeom prst="straightConnector1">
                  <a:avLst/>
                </a:prstGeom>
                <a:ln cap="rnd" w="38100">
                  <a:solidFill>
                    <a:srgbClr val="262626"/>
                  </a:solidFill>
                  <a:round/>
                </a:ln>
              </p:spPr>
            </p:cxnSp>
            <p:cxnSp>
              <p:nvCxnSpPr>
                <p:cNvPr id="1058" name="Straight Connector 17"/>
                <p:cNvCxnSpPr/>
                <p:nvPr/>
              </p:nvCxnSpPr>
              <p:spPr>
                <a:xfrm flipH="1">
                  <a:off x="3779640" y="2854800"/>
                  <a:ext cx="150120" cy="112680"/>
                </a:xfrm>
                <a:prstGeom prst="straightConnector1">
                  <a:avLst/>
                </a:prstGeom>
                <a:ln cap="rnd" w="38100">
                  <a:solidFill>
                    <a:srgbClr val="262626"/>
                  </a:solidFill>
                  <a:round/>
                </a:ln>
              </p:spPr>
            </p:cxnSp>
            <p:cxnSp>
              <p:nvCxnSpPr>
                <p:cNvPr id="1059" name="Straight Connector 18"/>
                <p:cNvCxnSpPr/>
                <p:nvPr/>
              </p:nvCxnSpPr>
              <p:spPr>
                <a:xfrm flipH="1">
                  <a:off x="4247640" y="3208320"/>
                  <a:ext cx="78480" cy="168480"/>
                </a:xfrm>
                <a:prstGeom prst="straightConnector1">
                  <a:avLst/>
                </a:prstGeom>
                <a:ln cap="rnd" w="38100">
                  <a:solidFill>
                    <a:srgbClr val="262626"/>
                  </a:solidFill>
                  <a:round/>
                </a:ln>
              </p:spPr>
            </p:cxnSp>
          </p:grpSp>
        </p:grpSp>
      </p:grpSp>
      <p:grpSp>
        <p:nvGrpSpPr>
          <p:cNvPr id="1060" name="Group 51"/>
          <p:cNvGrpSpPr/>
          <p:nvPr/>
        </p:nvGrpSpPr>
        <p:grpSpPr>
          <a:xfrm>
            <a:off x="825480" y="735840"/>
            <a:ext cx="1996200" cy="991440"/>
            <a:chOff x="825480" y="735840"/>
            <a:chExt cx="1996200" cy="991440"/>
          </a:xfrm>
        </p:grpSpPr>
        <p:grpSp>
          <p:nvGrpSpPr>
            <p:cNvPr id="1061" name="Group 52"/>
            <p:cNvGrpSpPr/>
            <p:nvPr/>
          </p:nvGrpSpPr>
          <p:grpSpPr>
            <a:xfrm>
              <a:off x="825480" y="735840"/>
              <a:ext cx="1996200" cy="991440"/>
              <a:chOff x="825480" y="735840"/>
              <a:chExt cx="1996200" cy="991440"/>
            </a:xfrm>
          </p:grpSpPr>
          <p:sp>
            <p:nvSpPr>
              <p:cNvPr id="1062" name="Rectangle: Rounded Corners 55"/>
              <p:cNvSpPr/>
              <p:nvPr/>
            </p:nvSpPr>
            <p:spPr>
              <a:xfrm>
                <a:off x="825480" y="73584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1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063" name="Freeform: Shape 56"/>
              <p:cNvSpPr/>
              <p:nvPr/>
            </p:nvSpPr>
            <p:spPr>
              <a:xfrm>
                <a:off x="900720" y="80676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rgbClr val="4e84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064" name="TextBox 53"/>
            <p:cNvSpPr/>
            <p:nvPr/>
          </p:nvSpPr>
          <p:spPr>
            <a:xfrm>
              <a:off x="900720" y="111564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685800">
                <a:lnSpc>
                  <a:spcPct val="10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Logical structuring of ideas; ability to articulate the problem, approach, and outcome clearly</a:t>
              </a:r>
              <a:r>
                <a:rPr b="0" lang="en-US" sz="1050" spc="-1" strike="noStrike">
                  <a:solidFill>
                    <a:srgbClr val="000000"/>
                  </a:solidFill>
                  <a:latin typeface="Segoe UI"/>
                </a:rPr>
                <a:t>.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5" name="TextBox 54"/>
            <p:cNvSpPr/>
            <p:nvPr/>
          </p:nvSpPr>
          <p:spPr>
            <a:xfrm>
              <a:off x="966600" y="873360"/>
              <a:ext cx="1713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Clarity of Thought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6" name="Group 57"/>
          <p:cNvGrpSpPr/>
          <p:nvPr/>
        </p:nvGrpSpPr>
        <p:grpSpPr>
          <a:xfrm>
            <a:off x="825480" y="3469320"/>
            <a:ext cx="1996200" cy="991440"/>
            <a:chOff x="825480" y="3469320"/>
            <a:chExt cx="1996200" cy="991440"/>
          </a:xfrm>
        </p:grpSpPr>
        <p:grpSp>
          <p:nvGrpSpPr>
            <p:cNvPr id="1067" name="Group 58"/>
            <p:cNvGrpSpPr/>
            <p:nvPr/>
          </p:nvGrpSpPr>
          <p:grpSpPr>
            <a:xfrm>
              <a:off x="825480" y="3469320"/>
              <a:ext cx="1996200" cy="991440"/>
              <a:chOff x="825480" y="3469320"/>
              <a:chExt cx="1996200" cy="991440"/>
            </a:xfrm>
          </p:grpSpPr>
          <p:sp>
            <p:nvSpPr>
              <p:cNvPr id="1068" name="Rectangle: Rounded Corners 61"/>
              <p:cNvSpPr/>
              <p:nvPr/>
            </p:nvSpPr>
            <p:spPr>
              <a:xfrm>
                <a:off x="825480" y="346932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4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069" name="Freeform: Shape 62"/>
              <p:cNvSpPr/>
              <p:nvPr/>
            </p:nvSpPr>
            <p:spPr>
              <a:xfrm>
                <a:off x="900720" y="354024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070" name="TextBox 59"/>
            <p:cNvSpPr/>
            <p:nvPr/>
          </p:nvSpPr>
          <p:spPr>
            <a:xfrm>
              <a:off x="900720" y="384948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685800">
                <a:lnSpc>
                  <a:spcPct val="10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Effective use of theoretical concepts, tools, and techniques to solve real-world problems.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  <a:p>
              <a:pPr defTabSz="685800">
                <a:lnSpc>
                  <a:spcPct val="100000"/>
                </a:lnSpc>
              </a:pP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1" name="TextBox 60"/>
            <p:cNvSpPr/>
            <p:nvPr/>
          </p:nvSpPr>
          <p:spPr>
            <a:xfrm>
              <a:off x="1010160" y="3537360"/>
              <a:ext cx="1670400" cy="19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Application of knowledge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2" name="Group 63"/>
          <p:cNvGrpSpPr/>
          <p:nvPr/>
        </p:nvGrpSpPr>
        <p:grpSpPr>
          <a:xfrm>
            <a:off x="458280" y="2102760"/>
            <a:ext cx="1996200" cy="991440"/>
            <a:chOff x="458280" y="2102760"/>
            <a:chExt cx="1996200" cy="991440"/>
          </a:xfrm>
        </p:grpSpPr>
        <p:grpSp>
          <p:nvGrpSpPr>
            <p:cNvPr id="1073" name="Group 64"/>
            <p:cNvGrpSpPr/>
            <p:nvPr/>
          </p:nvGrpSpPr>
          <p:grpSpPr>
            <a:xfrm>
              <a:off x="458280" y="2102760"/>
              <a:ext cx="1996200" cy="991440"/>
              <a:chOff x="458280" y="2102760"/>
              <a:chExt cx="1996200" cy="991440"/>
            </a:xfrm>
          </p:grpSpPr>
          <p:sp>
            <p:nvSpPr>
              <p:cNvPr id="1074" name="Rectangle: Rounded Corners 67"/>
              <p:cNvSpPr/>
              <p:nvPr/>
            </p:nvSpPr>
            <p:spPr>
              <a:xfrm>
                <a:off x="458280" y="210276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2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075" name="Freeform: Shape 68"/>
              <p:cNvSpPr/>
              <p:nvPr/>
            </p:nvSpPr>
            <p:spPr>
              <a:xfrm>
                <a:off x="533160" y="217332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076" name="TextBox 65"/>
            <p:cNvSpPr/>
            <p:nvPr/>
          </p:nvSpPr>
          <p:spPr>
            <a:xfrm>
              <a:off x="533160" y="248256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Demonstration of how quickly new concepts were grasped, adapted, and applied during the project.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10000"/>
                </a:lnSpc>
              </a:pPr>
              <a:r>
                <a:rPr b="0" lang="en-US" sz="1050" spc="-1" strike="noStrike">
                  <a:solidFill>
                    <a:srgbClr val="0d0d0d"/>
                  </a:solidFill>
                  <a:latin typeface="Segoe UI"/>
                  <a:ea typeface="Open Sans"/>
                </a:rPr>
                <a:t>. 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7" name="TextBox 66"/>
            <p:cNvSpPr/>
            <p:nvPr/>
          </p:nvSpPr>
          <p:spPr>
            <a:xfrm>
              <a:off x="599400" y="2301480"/>
              <a:ext cx="1713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Learning Agility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1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8" name="Group 69"/>
          <p:cNvGrpSpPr/>
          <p:nvPr/>
        </p:nvGrpSpPr>
        <p:grpSpPr>
          <a:xfrm>
            <a:off x="6688800" y="2102760"/>
            <a:ext cx="1996200" cy="991440"/>
            <a:chOff x="6688800" y="2102760"/>
            <a:chExt cx="1996200" cy="991440"/>
          </a:xfrm>
        </p:grpSpPr>
        <p:grpSp>
          <p:nvGrpSpPr>
            <p:cNvPr id="1079" name="Group 70"/>
            <p:cNvGrpSpPr/>
            <p:nvPr/>
          </p:nvGrpSpPr>
          <p:grpSpPr>
            <a:xfrm>
              <a:off x="6688800" y="2102760"/>
              <a:ext cx="1996200" cy="991440"/>
              <a:chOff x="6688800" y="2102760"/>
              <a:chExt cx="1996200" cy="991440"/>
            </a:xfrm>
          </p:grpSpPr>
          <p:sp>
            <p:nvSpPr>
              <p:cNvPr id="1080" name="Rectangle: Rounded Corners 73"/>
              <p:cNvSpPr/>
              <p:nvPr/>
            </p:nvSpPr>
            <p:spPr>
              <a:xfrm>
                <a:off x="6688800" y="210276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3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081" name="Freeform: Shape 74"/>
              <p:cNvSpPr/>
              <p:nvPr/>
            </p:nvSpPr>
            <p:spPr>
              <a:xfrm>
                <a:off x="6764040" y="217332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082" name="TextBox 71"/>
            <p:cNvSpPr/>
            <p:nvPr/>
          </p:nvSpPr>
          <p:spPr>
            <a:xfrm>
              <a:off x="6764040" y="248256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Depth, accuracy, and completeness of the solution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3" name="TextBox 72"/>
            <p:cNvSpPr/>
            <p:nvPr/>
          </p:nvSpPr>
          <p:spPr>
            <a:xfrm>
              <a:off x="6829920" y="2240280"/>
              <a:ext cx="1713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Quality of outcome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84" name="Group 75"/>
          <p:cNvGrpSpPr/>
          <p:nvPr/>
        </p:nvGrpSpPr>
        <p:grpSpPr>
          <a:xfrm>
            <a:off x="6359400" y="735840"/>
            <a:ext cx="1996200" cy="991440"/>
            <a:chOff x="6359400" y="735840"/>
            <a:chExt cx="1996200" cy="991440"/>
          </a:xfrm>
        </p:grpSpPr>
        <p:grpSp>
          <p:nvGrpSpPr>
            <p:cNvPr id="1085" name="Group 76"/>
            <p:cNvGrpSpPr/>
            <p:nvPr/>
          </p:nvGrpSpPr>
          <p:grpSpPr>
            <a:xfrm>
              <a:off x="6359400" y="735840"/>
              <a:ext cx="1996200" cy="991440"/>
              <a:chOff x="6359400" y="735840"/>
              <a:chExt cx="1996200" cy="991440"/>
            </a:xfrm>
          </p:grpSpPr>
          <p:sp>
            <p:nvSpPr>
              <p:cNvPr id="1086" name="Rectangle: Rounded Corners 79"/>
              <p:cNvSpPr/>
              <p:nvPr/>
            </p:nvSpPr>
            <p:spPr>
              <a:xfrm>
                <a:off x="6359400" y="73584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5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087" name="Freeform: Shape 80"/>
              <p:cNvSpPr/>
              <p:nvPr/>
            </p:nvSpPr>
            <p:spPr>
              <a:xfrm>
                <a:off x="6434640" y="80676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088" name="TextBox 77"/>
            <p:cNvSpPr/>
            <p:nvPr/>
          </p:nvSpPr>
          <p:spPr>
            <a:xfrm>
              <a:off x="6434640" y="111564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Originality of the approach; presence of innovative thinking or unique perspectives.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10000"/>
                </a:lnSpc>
              </a:pPr>
              <a:r>
                <a:rPr b="0" lang="en-US" sz="1050" spc="-1" strike="noStrike">
                  <a:solidFill>
                    <a:srgbClr val="0d0d0d"/>
                  </a:solidFill>
                  <a:latin typeface="Segoe UI"/>
                  <a:ea typeface="Open Sans"/>
                </a:rPr>
                <a:t>. 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9" name="TextBox 78"/>
            <p:cNvSpPr/>
            <p:nvPr/>
          </p:nvSpPr>
          <p:spPr>
            <a:xfrm>
              <a:off x="6500520" y="873360"/>
              <a:ext cx="1713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Novelty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90" name="Group 81"/>
          <p:cNvGrpSpPr/>
          <p:nvPr/>
        </p:nvGrpSpPr>
        <p:grpSpPr>
          <a:xfrm>
            <a:off x="6359400" y="3456720"/>
            <a:ext cx="1996200" cy="991440"/>
            <a:chOff x="6359400" y="3456720"/>
            <a:chExt cx="1996200" cy="991440"/>
          </a:xfrm>
        </p:grpSpPr>
        <p:grpSp>
          <p:nvGrpSpPr>
            <p:cNvPr id="1091" name="Group 82"/>
            <p:cNvGrpSpPr/>
            <p:nvPr/>
          </p:nvGrpSpPr>
          <p:grpSpPr>
            <a:xfrm>
              <a:off x="6359400" y="3456720"/>
              <a:ext cx="1996200" cy="991440"/>
              <a:chOff x="6359400" y="3456720"/>
              <a:chExt cx="1996200" cy="991440"/>
            </a:xfrm>
          </p:grpSpPr>
          <p:sp>
            <p:nvSpPr>
              <p:cNvPr id="1092" name="Rectangle: Rounded Corners 85"/>
              <p:cNvSpPr/>
              <p:nvPr/>
            </p:nvSpPr>
            <p:spPr>
              <a:xfrm>
                <a:off x="6359400" y="345672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6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093" name="Freeform: Shape 86"/>
              <p:cNvSpPr/>
              <p:nvPr/>
            </p:nvSpPr>
            <p:spPr>
              <a:xfrm>
                <a:off x="6434640" y="352764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094" name="TextBox 83"/>
            <p:cNvSpPr/>
            <p:nvPr/>
          </p:nvSpPr>
          <p:spPr>
            <a:xfrm>
              <a:off x="6434640" y="383652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Clarity, confidence, storytelling, and effective use of visuals to communicate the solution.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  <a:p>
              <a:pPr algn="ctr" defTabSz="914400">
                <a:lnSpc>
                  <a:spcPct val="110000"/>
                </a:lnSpc>
              </a:pPr>
              <a:r>
                <a:rPr b="0" lang="en-US" sz="900" spc="-1" strike="noStrike">
                  <a:solidFill>
                    <a:srgbClr val="0d0d0d"/>
                  </a:solidFill>
                  <a:latin typeface="Segoe UI"/>
                  <a:ea typeface="Open Sans"/>
                </a:rPr>
                <a:t>. </a:t>
              </a:r>
              <a:endParaRPr b="0" lang="en-US" sz="9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5" name="TextBox 84"/>
            <p:cNvSpPr/>
            <p:nvPr/>
          </p:nvSpPr>
          <p:spPr>
            <a:xfrm>
              <a:off x="6500520" y="3594240"/>
              <a:ext cx="1713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Presentation skills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096" name="Straight Arrow Connector 87"/>
          <p:cNvCxnSpPr/>
          <p:nvPr/>
        </p:nvCxnSpPr>
        <p:spPr>
          <a:xfrm>
            <a:off x="2983320" y="1423800"/>
            <a:ext cx="294840" cy="17820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  <p:cxnSp>
        <p:nvCxnSpPr>
          <p:cNvPr id="1097" name="Straight Arrow Connector 88"/>
          <p:cNvCxnSpPr/>
          <p:nvPr/>
        </p:nvCxnSpPr>
        <p:spPr>
          <a:xfrm flipV="1">
            <a:off x="2983320" y="3614400"/>
            <a:ext cx="294840" cy="17856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  <p:cxnSp>
        <p:nvCxnSpPr>
          <p:cNvPr id="1098" name="Straight Arrow Connector 89"/>
          <p:cNvCxnSpPr/>
          <p:nvPr/>
        </p:nvCxnSpPr>
        <p:spPr>
          <a:xfrm flipH="1">
            <a:off x="5831280" y="1423800"/>
            <a:ext cx="295200" cy="17820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  <p:cxnSp>
        <p:nvCxnSpPr>
          <p:cNvPr id="1099" name="Straight Arrow Connector 90"/>
          <p:cNvCxnSpPr/>
          <p:nvPr/>
        </p:nvCxnSpPr>
        <p:spPr>
          <a:xfrm flipH="1" flipV="1">
            <a:off x="5831280" y="3614400"/>
            <a:ext cx="295200" cy="17856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  <p:cxnSp>
        <p:nvCxnSpPr>
          <p:cNvPr id="1100" name="Straight Arrow Connector 91"/>
          <p:cNvCxnSpPr/>
          <p:nvPr/>
        </p:nvCxnSpPr>
        <p:spPr>
          <a:xfrm flipH="1">
            <a:off x="6116040" y="2598480"/>
            <a:ext cx="301320" cy="72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  <p:cxnSp>
        <p:nvCxnSpPr>
          <p:cNvPr id="1101" name="Straight Arrow Connector 92"/>
          <p:cNvCxnSpPr/>
          <p:nvPr/>
        </p:nvCxnSpPr>
        <p:spPr>
          <a:xfrm>
            <a:off x="2696760" y="2598480"/>
            <a:ext cx="301320" cy="72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  <p:grpSp>
        <p:nvGrpSpPr>
          <p:cNvPr id="1102" name="Group 93"/>
          <p:cNvGrpSpPr/>
          <p:nvPr/>
        </p:nvGrpSpPr>
        <p:grpSpPr>
          <a:xfrm>
            <a:off x="3573720" y="3919320"/>
            <a:ext cx="1996200" cy="991440"/>
            <a:chOff x="3573720" y="3919320"/>
            <a:chExt cx="1996200" cy="991440"/>
          </a:xfrm>
        </p:grpSpPr>
        <p:grpSp>
          <p:nvGrpSpPr>
            <p:cNvPr id="1103" name="Group 94"/>
            <p:cNvGrpSpPr/>
            <p:nvPr/>
          </p:nvGrpSpPr>
          <p:grpSpPr>
            <a:xfrm>
              <a:off x="3573720" y="3919320"/>
              <a:ext cx="1996200" cy="991440"/>
              <a:chOff x="3573720" y="3919320"/>
              <a:chExt cx="1996200" cy="991440"/>
            </a:xfrm>
          </p:grpSpPr>
          <p:sp>
            <p:nvSpPr>
              <p:cNvPr id="1104" name="Rectangle: Rounded Corners 97"/>
              <p:cNvSpPr/>
              <p:nvPr/>
            </p:nvSpPr>
            <p:spPr>
              <a:xfrm>
                <a:off x="3573720" y="3919320"/>
                <a:ext cx="1996200" cy="991440"/>
              </a:xfrm>
              <a:prstGeom prst="roundRect">
                <a:avLst>
                  <a:gd name="adj" fmla="val 9133"/>
                </a:avLst>
              </a:prstGeom>
              <a:solidFill>
                <a:schemeClr val="accent6">
                  <a:lumMod val="20000"/>
                  <a:lumOff val="8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  <p:sp>
            <p:nvSpPr>
              <p:cNvPr id="1105" name="Freeform: Shape 98"/>
              <p:cNvSpPr/>
              <p:nvPr/>
            </p:nvSpPr>
            <p:spPr>
              <a:xfrm>
                <a:off x="3648600" y="3989880"/>
                <a:ext cx="1846080" cy="246960"/>
              </a:xfrm>
              <a:custGeom>
                <a:avLst/>
                <a:gdLst>
                  <a:gd name="textAreaLeft" fmla="*/ 0 w 1846080"/>
                  <a:gd name="textAreaRight" fmla="*/ 1846800 w 1846080"/>
                  <a:gd name="textAreaTop" fmla="*/ 0 h 246960"/>
                  <a:gd name="textAreaBottom" fmla="*/ 247680 h 246960"/>
                </a:gdLst>
                <a:ahLst/>
                <a:rect l="textAreaLeft" t="textAreaTop" r="textAreaRight" b="textAreaBottom"/>
                <a:pathLst>
                  <a:path w="2462344" h="330265">
                    <a:moveTo>
                      <a:pt x="96668" y="0"/>
                    </a:moveTo>
                    <a:lnTo>
                      <a:pt x="2365676" y="0"/>
                    </a:lnTo>
                    <a:cubicBezTo>
                      <a:pt x="2419064" y="0"/>
                      <a:pt x="2462344" y="43280"/>
                      <a:pt x="2462344" y="96668"/>
                    </a:cubicBezTo>
                    <a:lnTo>
                      <a:pt x="2462344" y="131837"/>
                    </a:lnTo>
                    <a:lnTo>
                      <a:pt x="2462344" y="167006"/>
                    </a:lnTo>
                    <a:lnTo>
                      <a:pt x="2462344" y="259927"/>
                    </a:lnTo>
                    <a:lnTo>
                      <a:pt x="2462344" y="295096"/>
                    </a:lnTo>
                    <a:lnTo>
                      <a:pt x="2462344" y="330265"/>
                    </a:lnTo>
                    <a:lnTo>
                      <a:pt x="0" y="330265"/>
                    </a:lnTo>
                    <a:lnTo>
                      <a:pt x="0" y="295096"/>
                    </a:lnTo>
                    <a:lnTo>
                      <a:pt x="0" y="259927"/>
                    </a:lnTo>
                    <a:lnTo>
                      <a:pt x="0" y="167006"/>
                    </a:lnTo>
                    <a:lnTo>
                      <a:pt x="0" y="131837"/>
                    </a:lnTo>
                    <a:lnTo>
                      <a:pt x="0" y="96668"/>
                    </a:lnTo>
                    <a:cubicBezTo>
                      <a:pt x="0" y="43280"/>
                      <a:pt x="43280" y="0"/>
                      <a:pt x="96668" y="0"/>
                    </a:cubicBez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ffffff"/>
                  </a:solidFill>
                  <a:latin typeface="Segoe UI"/>
                </a:endParaRPr>
              </a:p>
            </p:txBody>
          </p:sp>
        </p:grpSp>
        <p:sp>
          <p:nvSpPr>
            <p:cNvPr id="1106" name="TextBox 95"/>
            <p:cNvSpPr/>
            <p:nvPr/>
          </p:nvSpPr>
          <p:spPr>
            <a:xfrm>
              <a:off x="3648600" y="4299120"/>
              <a:ext cx="1846080" cy="51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0" lang="en-US" sz="900" spc="-1" strike="noStrike">
                  <a:solidFill>
                    <a:srgbClr val="000000"/>
                  </a:solidFill>
                  <a:latin typeface="Segoe UI"/>
                </a:rPr>
                <a:t>Ability to respond thoughtfully, justify decisions, and handle questions with confidence and clarity</a:t>
              </a:r>
              <a:r>
                <a:rPr b="0" lang="en-US" sz="1050" spc="-1" strike="noStrike">
                  <a:solidFill>
                    <a:srgbClr val="000000"/>
                  </a:solidFill>
                  <a:latin typeface="Segoe UI"/>
                </a:rPr>
                <a:t>.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7" name="TextBox 96"/>
            <p:cNvSpPr/>
            <p:nvPr/>
          </p:nvSpPr>
          <p:spPr>
            <a:xfrm>
              <a:off x="3714480" y="4056840"/>
              <a:ext cx="1713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10000"/>
                </a:lnSpc>
              </a:pPr>
              <a:r>
                <a:rPr b="1" lang="en-US" sz="1050" spc="-1" strike="noStrike">
                  <a:solidFill>
                    <a:srgbClr val="ffffff"/>
                  </a:solidFill>
                  <a:latin typeface="Segoe UI"/>
                </a:rPr>
                <a:t>Response to Q&amp;A</a:t>
              </a:r>
              <a:endParaRPr b="0" lang="en-US" sz="10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108" name="Straight Arrow Connector 99"/>
          <p:cNvCxnSpPr/>
          <p:nvPr/>
        </p:nvCxnSpPr>
        <p:spPr>
          <a:xfrm flipV="1">
            <a:off x="4585320" y="3787920"/>
            <a:ext cx="720" cy="203760"/>
          </a:xfrm>
          <a:prstGeom prst="straightConnector1">
            <a:avLst/>
          </a:prstGeom>
          <a:ln cap="rnd" w="50800">
            <a:solidFill>
              <a:srgbClr val="262626"/>
            </a:solidFill>
            <a:round/>
            <a:headEnd len="med" type="arrow" w="lg"/>
          </a:ln>
        </p:spPr>
      </p:cxn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title"/>
          </p:nvPr>
        </p:nvSpPr>
        <p:spPr>
          <a:xfrm>
            <a:off x="281160" y="1582560"/>
            <a:ext cx="723276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Format for project work presentation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1942560" y="529560"/>
            <a:ext cx="5257800" cy="7887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Project Title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PlaceHolder 2"/>
          <p:cNvSpPr>
            <a:spLocks noGrp="1"/>
          </p:cNvSpPr>
          <p:nvPr>
            <p:ph/>
          </p:nvPr>
        </p:nvSpPr>
        <p:spPr>
          <a:xfrm>
            <a:off x="457200" y="1699920"/>
            <a:ext cx="5715000" cy="1220040"/>
          </a:xfrm>
          <a:prstGeom prst="rect">
            <a:avLst/>
          </a:prstGeom>
          <a:noFill/>
          <a:ln w="0">
            <a:noFill/>
          </a:ln>
        </p:spPr>
        <p:txBody>
          <a:bodyPr lIns="0" rIns="0" tIns="17280" bIns="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Name of intern: Atreyee Das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College: Institute of Engineering &amp; Management, Kolkata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Mentor: Dr. Arijit Ukil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Research Area: Optimized and Efficient GenAI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1656360" y="572400"/>
            <a:ext cx="439992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Project Details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PlaceHolder 2"/>
          <p:cNvSpPr>
            <a:spLocks noGrp="1"/>
          </p:cNvSpPr>
          <p:nvPr>
            <p:ph/>
          </p:nvPr>
        </p:nvSpPr>
        <p:spPr>
          <a:xfrm>
            <a:off x="268200" y="1643040"/>
            <a:ext cx="6166440" cy="1656360"/>
          </a:xfrm>
          <a:prstGeom prst="rect">
            <a:avLst/>
          </a:prstGeom>
          <a:noFill/>
          <a:ln w="0">
            <a:noFill/>
          </a:ln>
        </p:spPr>
        <p:txBody>
          <a:bodyPr lIns="0" rIns="0" tIns="17280" bIns="0" anchor="t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What was the project objective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High level Approach / Steps followed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Content Placeholder 7"/>
          <p:cNvSpPr/>
          <p:nvPr/>
        </p:nvSpPr>
        <p:spPr>
          <a:xfrm>
            <a:off x="6483240" y="986040"/>
            <a:ext cx="1974240" cy="190260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/>
          </p:nvPr>
        </p:nvSpPr>
        <p:spPr>
          <a:xfrm>
            <a:off x="467640" y="1464480"/>
            <a:ext cx="7108200" cy="1876320"/>
          </a:xfrm>
          <a:prstGeom prst="rect">
            <a:avLst/>
          </a:prstGeom>
          <a:noFill/>
          <a:ln w="0">
            <a:noFill/>
          </a:ln>
        </p:spPr>
        <p:txBody>
          <a:bodyPr lIns="0" rIns="0" tIns="1728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4e84c4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1"/>
                </a:solidFill>
                <a:latin typeface="Calibri"/>
                <a:ea typeface="Calibri"/>
              </a:rPr>
              <a:t>What was the Proposed Solution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e84c4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1"/>
                </a:solidFill>
                <a:latin typeface="Calibri"/>
                <a:ea typeface="Calibri"/>
              </a:rPr>
              <a:t> </a:t>
            </a:r>
            <a:r>
              <a:rPr b="0" lang="en-US" sz="2000" spc="-1" strike="noStrike">
                <a:solidFill>
                  <a:schemeClr val="accent1"/>
                </a:solidFill>
                <a:latin typeface="Calibri"/>
                <a:ea typeface="Calibri"/>
              </a:rPr>
              <a:t>Tools/Technologies used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e84c4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1"/>
                </a:solidFill>
                <a:latin typeface="Calibri"/>
                <a:ea typeface="Calibri"/>
              </a:rPr>
              <a:t> </a:t>
            </a:r>
            <a:r>
              <a:rPr b="0" lang="en-US" sz="2000" spc="-1" strike="noStrike">
                <a:solidFill>
                  <a:schemeClr val="accent1"/>
                </a:solidFill>
                <a:latin typeface="Calibri"/>
                <a:ea typeface="Calibri"/>
              </a:rPr>
              <a:t>Methodologies applied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TextBox 5"/>
          <p:cNvSpPr/>
          <p:nvPr/>
        </p:nvSpPr>
        <p:spPr>
          <a:xfrm>
            <a:off x="2014560" y="426240"/>
            <a:ext cx="5918760" cy="5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500"/>
              </a:lnSpc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Implementation Framework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title"/>
          </p:nvPr>
        </p:nvSpPr>
        <p:spPr>
          <a:xfrm>
            <a:off x="1903680" y="620640"/>
            <a:ext cx="526536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Outcome &amp; Learnings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PlaceHolder 2"/>
          <p:cNvSpPr>
            <a:spLocks noGrp="1"/>
          </p:cNvSpPr>
          <p:nvPr>
            <p:ph/>
          </p:nvPr>
        </p:nvSpPr>
        <p:spPr>
          <a:xfrm>
            <a:off x="151200" y="1471320"/>
            <a:ext cx="6269400" cy="1370880"/>
          </a:xfrm>
          <a:prstGeom prst="rect">
            <a:avLst/>
          </a:prstGeom>
          <a:noFill/>
          <a:ln w="0">
            <a:noFill/>
          </a:ln>
        </p:spPr>
        <p:txBody>
          <a:bodyPr lIns="0" rIns="0" tIns="17280" bIns="0" anchor="t">
            <a:noAutofit/>
          </a:bodyPr>
          <a:p>
            <a:pPr marL="343080" indent="-343080" defTabSz="1219320">
              <a:lnSpc>
                <a:spcPct val="100000"/>
              </a:lnSpc>
              <a:buClr>
                <a:srgbClr val="4e84c4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4e84c4"/>
                </a:solidFill>
                <a:latin typeface="Calibri"/>
              </a:rPr>
              <a:t>Impact/Results achieved (use numbers if possible)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1219320">
              <a:lnSpc>
                <a:spcPct val="100000"/>
              </a:lnSpc>
              <a:buClr>
                <a:srgbClr val="4e84c4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4e84c4"/>
                </a:solidFill>
                <a:latin typeface="Calibri"/>
              </a:rPr>
              <a:t>Key learnings and skills gained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1219320">
              <a:lnSpc>
                <a:spcPct val="100000"/>
              </a:lnSpc>
              <a:buClr>
                <a:srgbClr val="4e84c4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4e84c4"/>
                </a:solidFill>
                <a:latin typeface="Calibri"/>
              </a:rPr>
              <a:t>Future scope for improvements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title"/>
          </p:nvPr>
        </p:nvSpPr>
        <p:spPr>
          <a:xfrm>
            <a:off x="82440" y="1046880"/>
            <a:ext cx="882000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  <a:ea typeface="Calibri"/>
              </a:rPr>
              <a:t>Most memorable day/moment  of the internship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title"/>
          </p:nvPr>
        </p:nvSpPr>
        <p:spPr>
          <a:xfrm>
            <a:off x="144360" y="1616040"/>
            <a:ext cx="8345880" cy="11196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7" strike="noStrike">
                <a:solidFill>
                  <a:schemeClr val="dk1"/>
                </a:solidFill>
                <a:latin typeface="Calibri"/>
              </a:rPr>
              <a:t>Frame Choices - Photo with the mentor</a:t>
            </a:r>
            <a:br>
              <a:rPr sz="1600"/>
            </a:br>
            <a:r>
              <a:rPr b="0" lang="en-US" sz="1600" spc="-7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TextBox 4"/>
          <p:cNvSpPr/>
          <p:nvPr/>
        </p:nvSpPr>
        <p:spPr>
          <a:xfrm>
            <a:off x="1801440" y="133920"/>
            <a:ext cx="57711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7" strike="noStrike">
                <a:solidFill>
                  <a:schemeClr val="lt2"/>
                </a:solidFill>
                <a:latin typeface="Calibri"/>
              </a:rPr>
              <a:t>Photo with the mentor –Choice 1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PlaceHolder 1"/>
          <p:cNvSpPr>
            <a:spLocks noGrp="1"/>
          </p:cNvSpPr>
          <p:nvPr>
            <p:ph type="title"/>
          </p:nvPr>
        </p:nvSpPr>
        <p:spPr>
          <a:xfrm>
            <a:off x="3809880" y="1381320"/>
            <a:ext cx="509364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chemeClr val="lt1"/>
                </a:solidFill>
                <a:latin typeface="Calibri"/>
                <a:ea typeface="Calibri"/>
              </a:rPr>
              <a:t>Kindly ensure that photo is taken in outdoor setting and not inside TCS office </a:t>
            </a:r>
            <a:br>
              <a:rPr sz="1400"/>
            </a:b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TextBox 11"/>
          <p:cNvSpPr/>
          <p:nvPr/>
        </p:nvSpPr>
        <p:spPr>
          <a:xfrm>
            <a:off x="333360" y="4343400"/>
            <a:ext cx="4571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2"/>
                </a:solidFill>
                <a:latin typeface="Calibri Light"/>
              </a:rPr>
              <a:t>Intern name&gt;   with  &lt;Mentor name&gt;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chemeClr val="lt2"/>
                </a:solidFill>
                <a:latin typeface="Calibri Light"/>
              </a:rPr>
              <a:t>	</a:t>
            </a:r>
            <a:r>
              <a:rPr b="1" lang="en-US" sz="1200" spc="-1" strike="noStrike">
                <a:solidFill>
                  <a:schemeClr val="lt2"/>
                </a:solidFill>
                <a:latin typeface="Calibri Light"/>
              </a:rPr>
              <a:t>Creative Caption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4" name="Picture Placeholder 13" descr=""/>
          <p:cNvPicPr/>
          <p:nvPr/>
        </p:nvPicPr>
        <p:blipFill>
          <a:blip r:embed="rId1"/>
          <a:stretch/>
        </p:blipFill>
        <p:spPr>
          <a:xfrm>
            <a:off x="783360" y="1420920"/>
            <a:ext cx="2810880" cy="281088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title"/>
          </p:nvPr>
        </p:nvSpPr>
        <p:spPr>
          <a:xfrm>
            <a:off x="3705840" y="1787040"/>
            <a:ext cx="5170320" cy="62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4572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Kindly ensure that photo is taken in outdoor setting and not inside TCS office 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6" name="Picture Placeholder 2" descr=""/>
          <p:cNvPicPr/>
          <p:nvPr/>
        </p:nvPicPr>
        <p:blipFill>
          <a:blip r:embed="rId1"/>
          <a:stretch/>
        </p:blipFill>
        <p:spPr>
          <a:xfrm>
            <a:off x="783360" y="1420920"/>
            <a:ext cx="2810880" cy="2810880"/>
          </a:xfrm>
          <a:prstGeom prst="rect">
            <a:avLst/>
          </a:prstGeom>
          <a:ln w="0">
            <a:noFill/>
          </a:ln>
        </p:spPr>
      </p:pic>
      <p:sp>
        <p:nvSpPr>
          <p:cNvPr id="1127" name="TextBox 7"/>
          <p:cNvSpPr/>
          <p:nvPr/>
        </p:nvSpPr>
        <p:spPr>
          <a:xfrm>
            <a:off x="1209600" y="251280"/>
            <a:ext cx="546552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Photo with the mentor Choice 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TextBox 8"/>
          <p:cNvSpPr/>
          <p:nvPr/>
        </p:nvSpPr>
        <p:spPr>
          <a:xfrm>
            <a:off x="1533240" y="4516920"/>
            <a:ext cx="2543040" cy="668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&lt;Intern name&gt;   with  &lt;Mentor name&gt;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Calibri Light"/>
              </a:rPr>
              <a:t>	</a:t>
            </a:r>
            <a:r>
              <a:rPr b="1" lang="en-US" sz="1200" spc="-1" strike="noStrike">
                <a:solidFill>
                  <a:schemeClr val="dk1"/>
                </a:solidFill>
                <a:highlight>
                  <a:srgbClr val="ffff00"/>
                </a:highlight>
                <a:latin typeface="Calibri Light"/>
              </a:rPr>
              <a:t>Creative Caption</a:t>
            </a:r>
            <a:r>
              <a:rPr b="1" lang="en-US" sz="1400" spc="-1" strike="noStrike">
                <a:solidFill>
                  <a:schemeClr val="dk1"/>
                </a:solidFill>
                <a:highlight>
                  <a:srgbClr val="ffff00"/>
                </a:highlight>
                <a:latin typeface="Calibri Light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/>
          </p:nvPr>
        </p:nvSpPr>
        <p:spPr>
          <a:xfrm>
            <a:off x="198000" y="1428840"/>
            <a:ext cx="3988440" cy="64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Kindly ensure that photo is taken in outdoor setting and not inside TCS office 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0" name="Picture Placeholder 3" descr=""/>
          <p:cNvPicPr/>
          <p:nvPr/>
        </p:nvPicPr>
        <p:blipFill>
          <a:blip r:embed="rId1"/>
          <a:stretch/>
        </p:blipFill>
        <p:spPr>
          <a:xfrm>
            <a:off x="4894560" y="884880"/>
            <a:ext cx="3768480" cy="3771720"/>
          </a:xfrm>
          <a:prstGeom prst="rect">
            <a:avLst/>
          </a:prstGeom>
          <a:ln w="0">
            <a:noFill/>
          </a:ln>
        </p:spPr>
      </p:pic>
      <p:sp>
        <p:nvSpPr>
          <p:cNvPr id="1131" name="TextBox 5"/>
          <p:cNvSpPr/>
          <p:nvPr/>
        </p:nvSpPr>
        <p:spPr>
          <a:xfrm>
            <a:off x="3355200" y="4702680"/>
            <a:ext cx="2797560" cy="59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Calibri Light"/>
              </a:rPr>
              <a:t>&lt;Intern name&gt;   with  &lt;Mentor name&gt;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chemeClr val="dk1"/>
                </a:solidFill>
                <a:latin typeface="Calibri Light"/>
              </a:rPr>
              <a:t>	</a:t>
            </a:r>
            <a:r>
              <a:rPr b="1" lang="en-US" sz="1100" spc="-1" strike="noStrike">
                <a:solidFill>
                  <a:schemeClr val="dk1"/>
                </a:solidFill>
                <a:highlight>
                  <a:srgbClr val="ffff00"/>
                </a:highlight>
                <a:latin typeface="Calibri Light"/>
              </a:rPr>
              <a:t>Creative Caption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TextBox 7"/>
          <p:cNvSpPr/>
          <p:nvPr/>
        </p:nvSpPr>
        <p:spPr>
          <a:xfrm>
            <a:off x="1794600" y="211320"/>
            <a:ext cx="636588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Photo with the mentor Choice 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title"/>
          </p:nvPr>
        </p:nvSpPr>
        <p:spPr>
          <a:xfrm>
            <a:off x="2138040" y="111600"/>
            <a:ext cx="474300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7" strike="noStrike">
                <a:solidFill>
                  <a:schemeClr val="dk1"/>
                </a:solidFill>
                <a:latin typeface="Calibri"/>
              </a:rPr>
              <a:t>HR Mapping Location Wise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TextBox 6"/>
          <p:cNvSpPr/>
          <p:nvPr/>
        </p:nvSpPr>
        <p:spPr>
          <a:xfrm>
            <a:off x="219960" y="3258720"/>
            <a:ext cx="5045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Overall event coordination - Nidhi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Talent/culture showcase coordination– Rachna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35" name="Table 12"/>
          <p:cNvGraphicFramePr/>
          <p:nvPr/>
        </p:nvGraphicFramePr>
        <p:xfrm>
          <a:off x="268200" y="933840"/>
          <a:ext cx="3849120" cy="3708360"/>
        </p:xfrm>
        <a:graphic>
          <a:graphicData uri="http://schemas.openxmlformats.org/drawingml/2006/table">
            <a:tbl>
              <a:tblPr/>
              <a:tblGrid>
                <a:gridCol w="641520"/>
                <a:gridCol w="863640"/>
                <a:gridCol w="1003680"/>
                <a:gridCol w="1340640"/>
              </a:tblGrid>
              <a:tr h="185400">
                <a:tc>
                  <a:txBody>
                    <a:bodyPr lIns="3600" rIns="3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S.no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Location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HR SPOC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Mode of the Event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17352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Chennai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Dharani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560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Bangalore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100"/>
                      </a:b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Lokeshwaran 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560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Hyderabad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Sravani Sree Gopi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52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Kolkata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Suvodip Sarkar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52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Pune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Venkat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52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Delhi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Rini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352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Mumbai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Aarti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 person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7680">
                <a:tc>
                  <a:txBody>
                    <a:bodyPr lIns="3600" rIns="36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Kochin &amp; Bhuvneshwar 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Lokeshwaran and Suvodip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" rIns="36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Online </a:t>
                      </a:r>
                      <a:br>
                        <a:rPr sz="1100"/>
                      </a:b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Kochin- with Chennai</a:t>
                      </a:r>
                      <a:br>
                        <a:rPr sz="1100"/>
                      </a:b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Bhuvneshwar- Kolkata 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" marR="360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277920" y="1937520"/>
            <a:ext cx="5009760" cy="5040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7" strike="noStrike">
                <a:solidFill>
                  <a:schemeClr val="dk1"/>
                </a:solidFill>
                <a:latin typeface="Calibri"/>
              </a:rPr>
              <a:t>Thank You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1_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_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1_Title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1_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1_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_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_Image Holder Slid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ustom 2">
      <a:majorFont>
        <a:latin typeface="Calibri" pitchFamily="0" charset="1"/>
        <a:ea typeface=""/>
        <a:cs typeface=""/>
      </a:majorFont>
      <a:minorFont>
        <a:latin typeface="Calibri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429409C18204B8E50994481C8BE12" ma:contentTypeVersion="6" ma:contentTypeDescription="Create a new document." ma:contentTypeScope="" ma:versionID="e621c65745e5ed516f140f6c14fc97ac">
  <xsd:schema xmlns:xsd="http://www.w3.org/2001/XMLSchema" xmlns:xs="http://www.w3.org/2001/XMLSchema" xmlns:p="http://schemas.microsoft.com/office/2006/metadata/properties" xmlns:ns2="ed5f3adb-d74a-4f34-826c-cfa79a1b5e9d" xmlns:ns3="1771064e-c6ae-44b4-88a5-a935e9ecfce2" targetNamespace="http://schemas.microsoft.com/office/2006/metadata/properties" ma:root="true" ma:fieldsID="c2e0bcf01154a3c8d49cab81914f6a9c" ns2:_="" ns3:_="">
    <xsd:import namespace="ed5f3adb-d74a-4f34-826c-cfa79a1b5e9d"/>
    <xsd:import namespace="1771064e-c6ae-44b4-88a5-a935e9ecfc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f3adb-d74a-4f34-826c-cfa79a1b5e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71064e-c6ae-44b4-88a5-a935e9ecfc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EA660A-B007-4C79-8022-F381E11CD8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f3adb-d74a-4f34-826c-cfa79a1b5e9d"/>
    <ds:schemaRef ds:uri="1771064e-c6ae-44b4-88a5-a935e9ecfc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F81699-3D8B-4E66-BC1A-57B5B30D6CE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BCEBEC-15B5-49BC-864B-4924BAAB347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1. TCS PowerPoint Template</Template>
  <TotalTime>249</TotalTime>
  <Application>LibreOffice/24.2.7.2$Linux_AARCH64 LibreOffice_project/420$Build-2</Application>
  <AppVersion>15.0000</AppVersion>
  <Words>510</Words>
  <Paragraphs>105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2026-06-30T08:19:45Z</dcterms:created>
  <dc:creator>Nidhi Lamba</dc:creator>
  <dc:description/>
  <dc:language>en-US</dc:language>
  <cp:lastModifiedBy/>
  <dcterms:modified xsi:type="dcterms:W3CDTF">2026-07-03T16:48:43Z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0x01010081F429409C18204B8E50994481C8BE12</vt:lpwstr>
  </property>
  <property fmtid="{D5CDD505-2E9C-101B-9397-08002B2CF9AE}" pid="3" name="Notes">
    <vt:i4>3</vt:i4>
  </property>
  <property fmtid="{D5CDD505-2E9C-101B-9397-08002B2CF9AE}" pid="4" name="PresentationFormat">
    <vt:lpwstr>On-screen Show (16:9)</vt:lpwstr>
  </property>
  <property fmtid="{D5CDD505-2E9C-101B-9397-08002B2CF9AE}" pid="5" name="Slides">
    <vt:i4>14</vt:i4>
  </property>
</Properties>
</file>